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246120"/>
            <a:ext cx="1463040" cy="73152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The Rule Catches 85% of Fraud. So Why Are 88% of Its Alerts Wrong?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2044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D6EA"/>
                </a:solidFill>
                <a:latin typeface="Calibri"/>
              </a:rPr>
              <a:t>Base rates, Bayes' theorem and small-group estimates · Fraud Operations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A9B8CF"/>
                </a:solidFill>
                <a:latin typeface="Calibri"/>
              </a:rPr>
              <a:t>150,000 synthetic card and UPI transactions with two screens and a confirmed outcome. Synthetic data created for training. Not actual customer data.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Summary: an alert is a probability, not a verdict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24 · A fraud alert fired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The rule catches 85% of fraud, but when it fires only 12% of alerts are fraud</a:t>
            </a:r>
            <a:r>
              <a:rPr sz="1600" b="0">
                <a:solidFill>
                  <a:srgbClr val="1A1A1A"/>
                </a:solidFill>
                <a:latin typeface="Calibri"/>
              </a:rPr>
              <a:t> (95% CI 11% to 13%). Fraud is 0.42% of transactions, so false alarms from the 99.6% genuine outnumber true alerts about 7 to 1.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Where the alert fires matters:</a:t>
            </a:r>
            <a:r>
              <a:rPr sz="1600" b="0">
                <a:solidFill>
                  <a:srgbClr val="1A1A1A"/>
                </a:solidFill>
                <a:latin typeface="Calibri"/>
              </a:rPr>
              <a:t> the same rule has a PPV of 6% for card-present, 12% for UPI and 17% for card-not-present, because the base rate differs about 6-fold.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When both screens fire, fraud is 87% likely</a:t>
            </a:r>
            <a:r>
              <a:rPr sz="1600" b="0">
                <a:solidFill>
                  <a:srgbClr val="1A1A1A"/>
                </a:solidFill>
                <a:latin typeface="Calibri"/>
              </a:rPr>
              <a:t>; one alone gives about 2.5%. The two screens are independent here, so their evidence multiplies.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Blocking every rule alert costs ₹71 lakh</a:t>
            </a:r>
            <a:r>
              <a:rPr sz="1600" b="0">
                <a:solidFill>
                  <a:srgbClr val="1A1A1A"/>
                </a:solidFill>
                <a:latin typeface="Calibri"/>
              </a:rPr>
              <a:t> and blocks 3,950 genuine customers. A probability-based policy costs ₹19 lakh and blocks 68.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Recommendation: investigate single alerts where the probability clears 2.5%, block only on combined evidence.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Out of every 100,000 transactions, who is in the alert queue?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24 · A fraud alert fired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fig01_natural_frequencies_and_pp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82552"/>
            <a:ext cx="11094415" cy="353861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About 360 true alerts and 2,630 false ones. The PPV rises with the base rate: 12% today, 50% only if fraud were about 3% of transactions.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The same rule means different things in different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24 · A fraud alert fired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fig02_ppv_by_cha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63013"/>
            <a:ext cx="11094415" cy="377769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Card-present transactions generate 39% of all alerts at the lowest PPV.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A second alert multiplies the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24 · A fraud alert fired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94413" cy="2000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6816"/>
                <a:gridCol w="2535866"/>
                <a:gridCol w="2218882"/>
                <a:gridCol w="2852849"/>
              </a:tblGrid>
              <a:tr h="40005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Alert pattern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Transactions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Fraud rate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Predicted by Bayes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Neither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142,474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Rule only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3,980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2.46%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2.51%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ML score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3,037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2.56%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Both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509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86.64%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84.58%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The prediction from multiplying the screens' likelihood ratios matches what was observed. This holds only because the screens are independent.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What if the screens overlap? The combined evidence shrinks fast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24 · A fraud alert fired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fig03_two_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82552"/>
            <a:ext cx="11094415" cy="353861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If only 70% of the evidence is independent, P(fraud | both alert) falls from 85% to 39%. Test independence before chaining screens.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Decisions from probabilities: investigate above 2.5%, block above 11%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24 · A fraud alert fired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94413" cy="1885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75512"/>
                <a:gridCol w="1584916"/>
                <a:gridCol w="1584916"/>
                <a:gridCol w="1849069"/>
              </a:tblGrid>
              <a:tr h="37719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Policy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Cost (₹ lakh)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Frauds stopped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Genuine blocked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Pass everything (no screening)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76.1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Block every rule alert (the operations head's plan)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70.7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539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3,950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Investigate every rule alert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Probability-based (investigate above p*, block above block threshold)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18.8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555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Costs are assumptions (₹300 per investigation, ₹12,000 per fraud, ₹1,500 per wrongly blocked customer). Policy thresholds were set on the same data, so its edge is somewhat optimistic.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Small merchant groups: raw rates are mostly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24 · A fraud alert fired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fig04_beta_binomial_shrin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427" y="1554480"/>
            <a:ext cx="10882841" cy="3794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Group G (3 frauds in 189 transactions) has the highest raw rate, 1.6%, but its estimate falls to 0.8% once it borrows strength from the other groups.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Which groups are really worse than average?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24 · A fraud alert fired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1">
                <a:solidFill>
                  <a:srgbClr val="1A1A1A"/>
                </a:solidFill>
                <a:latin typeface="Calibri"/>
              </a:rPr>
              <a:t>Probability each group exceeds a 1% fraud rate:</a:t>
            </a:r>
            <a:r>
              <a:rPr sz="1700" b="0">
                <a:solidFill>
                  <a:srgbClr val="1A1A1A"/>
                </a:solidFill>
                <a:latin typeface="Calibri"/>
              </a:rPr>
              <a:t> N 55%, J 44%, G 21%. No group is beyond reasonable doubt.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1">
                <a:solidFill>
                  <a:srgbClr val="1A1A1A"/>
                </a:solidFill>
                <a:latin typeface="Calibri"/>
              </a:rPr>
              <a:t>The prior matters for tiny groups:</a:t>
            </a:r>
            <a:r>
              <a:rPr sz="1700" b="0">
                <a:solidFill>
                  <a:srgbClr val="1A1A1A"/>
                </a:solidFill>
                <a:latin typeface="Calibri"/>
              </a:rPr>
              <a:t> for G a flat prior gives 88% probability of exceeding 1%, the data-based prior 21%.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1">
                <a:solidFill>
                  <a:srgbClr val="1A1A1A"/>
                </a:solidFill>
                <a:latin typeface="Calibri"/>
              </a:rPr>
              <a:t>Shrinkage is better on average, not always:</a:t>
            </a:r>
            <a:r>
              <a:rPr sz="1700" b="0">
                <a:solidFill>
                  <a:srgbClr val="1A1A1A"/>
                </a:solidFill>
                <a:latin typeface="Calibri"/>
              </a:rPr>
              <a:t> on this one set of 14 groups it did not beat the raw rates (squared error 5.6 vs 3.1, ×10⁻⁶). Over 3,000 simulated sets it won 71% of the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Report probabilities and intervals for small groups, not a raw league table.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24 · A fraud alert fired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Report the PPV and alert volume</a:t>
            </a:r>
            <a:r>
              <a:rPr sz="2000" b="0">
                <a:solidFill>
                  <a:srgbClr val="1A1A1A"/>
                </a:solidFill>
                <a:latin typeface="Calibri"/>
              </a:rPr>
              <a:t> to operations, not just the catch rate.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Do not block on a single alert.</a:t>
            </a:r>
            <a:r>
              <a:rPr sz="2000" b="0">
                <a:solidFill>
                  <a:srgbClr val="1A1A1A"/>
                </a:solidFill>
                <a:latin typeface="Calibri"/>
              </a:rPr>
              <a:t> Investigate in card-not-present, and block when both screens agree.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Use channel-specific thresholds:</a:t>
            </a:r>
            <a:r>
              <a:rPr sz="2000" b="0">
                <a:solidFill>
                  <a:srgbClr val="1A1A1A"/>
                </a:solidFill>
                <a:latin typeface="Calibri"/>
              </a:rPr>
              <a:t> the base rate differs about 6-fold.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Check independence</a:t>
            </a:r>
            <a:r>
              <a:rPr sz="2000" b="0">
                <a:solidFill>
                  <a:srgbClr val="1A1A1A"/>
                </a:solidFill>
                <a:latin typeface="Calibri"/>
              </a:rPr>
              <a:t> before chaining screens; track PPV and base rate monthly.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Monitor merchant groups with posterior probabilities,</a:t>
            </a:r>
            <a:r>
              <a:rPr sz="2000" b="0">
                <a:solidFill>
                  <a:srgbClr val="1A1A1A"/>
                </a:solidFill>
                <a:latin typeface="Calibri"/>
              </a:rPr>
              <a:t> not raw rates.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Decision needed: approve the investigate-then-block policy for a pilot.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Limitations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24 · A fraud alert fired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31860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2A78D6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5318607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Costs are assumptions; blocking costs include hard-to-measure attrition.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Fraudsters adapt, so rates drift.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Labels arrive after about 60 days.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Real screens usually share signals.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600200"/>
            <a:ext cx="531860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EB6834"/>
                </a:solidFill>
                <a:latin typeface="Calibri"/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2148840"/>
            <a:ext cx="5318607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Build a calibrated model that outputs P(fraud) directly.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Monitor base rate and PPV monthly.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Model both alerts jointly with channel.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Hierarchical model for merchant groups.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