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246120"/>
            <a:ext cx="1463040" cy="73152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Are We Meeting the 30-Day Collections SLA?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2044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D6EA"/>
                </a:solidFill>
                <a:latin typeface="Calibri"/>
              </a:rPr>
              <a:t>Censored durations, survival curves and staffing the call desk · Collections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A9B8CF"/>
                </a:solidFill>
                <a:latin typeface="Calibri"/>
              </a:rPr>
              <a:t>6,000 synthetic overdue accounts and 20 days of call arrivals. Synthetic data created for training. Not actual customer data.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Summary: the report says 61%; the right answer is 42%, and no segment meets the 70% SLA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26 · Collections and SLA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94415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•  </a:t>
            </a:r>
            <a:r>
              <a:rPr sz="1600" b="1">
                <a:solidFill>
                  <a:srgbClr val="1A1A1A"/>
                </a:solidFill>
                <a:latin typeface="Calibri"/>
              </a:rPr>
              <a:t>The report divided by resolved accounts</a:t>
            </a:r>
            <a:r>
              <a:rPr sz="1600" b="0">
                <a:solidFill>
                  <a:srgbClr val="1A1A1A"/>
                </a:solidFill>
                <a:latin typeface="Calibri"/>
              </a:rPr>
              <a:t> and got 61% paid within 30 days. A third of accounts are still open or transferred, mostly slow cases.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•  </a:t>
            </a:r>
            <a:r>
              <a:rPr sz="1600" b="1">
                <a:solidFill>
                  <a:srgbClr val="1A1A1A"/>
                </a:solidFill>
                <a:latin typeface="Calibri"/>
              </a:rPr>
              <a:t>Kaplan-Meier, which uses every account for as long as it was observed, gives 42%</a:t>
            </a:r>
            <a:r>
              <a:rPr sz="1600" b="0">
                <a:solidFill>
                  <a:srgbClr val="1A1A1A"/>
                </a:solidFill>
                <a:latin typeface="Calibri"/>
              </a:rPr>
              <a:t> (95% CI 41% to 43%); median 42 days.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•  </a:t>
            </a:r>
            <a:r>
              <a:rPr sz="1600" b="1">
                <a:solidFill>
                  <a:srgbClr val="1A1A1A"/>
                </a:solidFill>
                <a:latin typeface="Calibri"/>
              </a:rPr>
              <a:t>Call-first speeds resolution</a:t>
            </a:r>
            <a:r>
              <a:rPr sz="1600" b="0">
                <a:solidFill>
                  <a:srgbClr val="1A1A1A"/>
                </a:solidFill>
                <a:latin typeface="Calibri"/>
              </a:rPr>
              <a:t> (hazard ratio 1.41, CI 1.32 to 1.50); late-bucket and high-balance accounts are slower. Even so, all 12 segments miss 70%.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•  </a:t>
            </a:r>
            <a:r>
              <a:rPr sz="1600" b="1">
                <a:solidFill>
                  <a:srgbClr val="1A1A1A"/>
                </a:solidFill>
                <a:latin typeface="Calibri"/>
              </a:rPr>
              <a:t>Call arrivals peak at 11:00 and 15:00 (about 14 per 15 minutes):</a:t>
            </a:r>
            <a:r>
              <a:rPr sz="1600" b="0">
                <a:solidFill>
                  <a:srgbClr val="1A1A1A"/>
                </a:solidFill>
                <a:latin typeface="Calibri"/>
              </a:rPr>
              <a:t> 4 to 9 agents needed by hour.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Recommendation: re-base the SLA report on survival curves, expand call-first, and revisit the target.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Call arrivals: Poisson within the hour, but the rate changes through the 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26 · Collections and SLA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3</a:t>
            </a:r>
          </a:p>
        </p:txBody>
      </p:sp>
      <p:pic>
        <p:nvPicPr>
          <p:cNvPr id="6" name="Picture 5" descr="fig01_arriv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06587"/>
            <a:ext cx="11094415" cy="349054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Within each hour the variance equals the mean (no hour rejects Poisson). Across the day the variance is twice the mean because the rate moves.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Staffing by hour for 80% of calls answered in 20 seconds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26 · Collections and SLA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94413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9323"/>
                <a:gridCol w="3169832"/>
                <a:gridCol w="2817629"/>
                <a:gridCol w="2817629"/>
              </a:tblGrid>
              <a:tr h="3886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Hour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Calls per 15 min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Agents needed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Service level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09:00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5.7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92%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10:00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10.7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85%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11:00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14.2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87%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12:00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9.5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91%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13:00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86%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14:00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10.0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88%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15:00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13.9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89%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16:00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11.2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17:00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6.9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Assumes 6-minute handling time and Poisson arrivals. A flat roster would be overloaded at the peaks and idle at lunch.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Why the report's number is wrong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26 · Collections and SLA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94415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1">
                <a:solidFill>
                  <a:srgbClr val="1A1A1A"/>
                </a:solidFill>
                <a:latin typeface="Calibri"/>
              </a:rPr>
              <a:t>31.6 days average and 61% within 30 days</a:t>
            </a:r>
            <a:r>
              <a:rPr sz="1700" b="0">
                <a:solidFill>
                  <a:srgbClr val="1A1A1A"/>
                </a:solidFill>
                <a:latin typeface="Calibri"/>
              </a:rPr>
              <a:t> use only accounts that were paid up.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That leaves out every account still open or transferred, and slow cases are over-represented among them.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If open accounts are counted as events at their last day the average becomes 42 days; if counted as unresolved the 30-day share is 39%.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None of these answers the SLA question: what share of accounts entering collections are paid within 30 days?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A censored account tells us it had not paid by its last day, not when it will.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Survival curve: 42% resolved by day 30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26 · Collections and SLA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6</a:t>
            </a:r>
          </a:p>
        </p:txBody>
      </p:sp>
      <p:pic>
        <p:nvPicPr>
          <p:cNvPr id="6" name="Picture 5" descr="fig02_km_over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32003"/>
            <a:ext cx="11094415" cy="363971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Kaplan-Meier with 95% interval. At 60 days 61%; at 90 days 73%.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Resolution by strategy, bucket and balance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26 · Collections and SLA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7</a:t>
            </a:r>
          </a:p>
        </p:txBody>
      </p:sp>
      <p:pic>
        <p:nvPicPr>
          <p:cNvPr id="6" name="Picture 5" descr="fig03_km_grou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7434"/>
            <a:ext cx="11094415" cy="30288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Resolved by day 30: call-first 48% vs SMS-first 36%; early 47% vs late 34%.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Effect on the speed of resolution (Cox model)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26 · Collections and SLA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94414" cy="2000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00507"/>
                <a:gridCol w="2426903"/>
                <a:gridCol w="3467004"/>
              </a:tblGrid>
              <a:tr h="40005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Hazard ratio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95% interval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Call-first (vs SMS-first)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1.32 to 1.50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Late bucket (vs early)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0.65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0.61 to 0.69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Balance mid (vs low)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0.79 to 0.91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Balance high (vs low)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0.71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0.65 to 0.77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Above 1 means faster. A ratio of 1.41 is a 41% higher rate of resolution at any time, not 41% more accounts resolved.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Estimated resolution by day 30, every segment versus the truth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26 · Collections and SLA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9</a:t>
            </a:r>
          </a:p>
        </p:txBody>
      </p:sp>
      <p:pic>
        <p:nvPicPr>
          <p:cNvPr id="6" name="Picture 5" descr="fig06_segments_vs_tru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282" y="1554480"/>
            <a:ext cx="7805131" cy="37947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All 12 segments are below the 70% line. The Kaplan-Meier interval covers the truth in 12 of 12 segments.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26 · Collections and SLA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94415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Re-base SLA reporting</a:t>
            </a:r>
            <a:r>
              <a:rPr sz="2000" b="0">
                <a:solidFill>
                  <a:srgbClr val="1A1A1A"/>
                </a:solidFill>
                <a:latin typeface="Calibri"/>
              </a:rPr>
              <a:t> on Kaplan-Meier probabilities (30, 60, 90 days) with intervals, by segment.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Expand call-first,</a:t>
            </a:r>
            <a:r>
              <a:rPr sz="2000" b="0">
                <a:solidFill>
                  <a:srgbClr val="1A1A1A"/>
                </a:solidFill>
                <a:latin typeface="Calibri"/>
              </a:rPr>
              <a:t> especially for late-bucket and high-balance accounts; alone it lifts the 30-day share from about 42% to 48%.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Revisit the 70%-in-30-days target</a:t>
            </a:r>
            <a:r>
              <a:rPr sz="2000" b="0">
                <a:solidFill>
                  <a:srgbClr val="1A1A1A"/>
                </a:solidFill>
                <a:latin typeface="Calibri"/>
              </a:rPr>
              <a:t> or set segment targets; 60 days is about 61%.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Roster by hour</a:t>
            </a:r>
            <a:r>
              <a:rPr sz="2000" b="0">
                <a:solidFill>
                  <a:srgbClr val="1A1A1A"/>
                </a:solidFill>
                <a:latin typeface="Calibri"/>
              </a:rPr>
              <a:t> with Erlang C: 4 agents at 13:00, 9 at the peaks.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Randomise strategy</a:t>
            </a:r>
            <a:r>
              <a:rPr sz="2000" b="0">
                <a:solidFill>
                  <a:srgbClr val="1A1A1A"/>
                </a:solidFill>
                <a:latin typeface="Calibri"/>
              </a:rPr>
              <a:t> in the next cycle to measure the causal effect.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Decision needed: change the SLA metric and approve a randomised strategy test.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Limitations and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26 · Collections and SLA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31860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2A78D6"/>
                </a:solidFill>
                <a:latin typeface="Calibri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5318607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Censoring assumed unrelated to the chance of paying.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Strategy was not randomised.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Handling time assumed exponential and fixed.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The Weibull model is right here by construction.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600200"/>
            <a:ext cx="531860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EB6834"/>
                </a:solidFill>
                <a:latin typeface="Calibri"/>
              </a:rPr>
              <a:t>Next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2148840"/>
            <a:ext cx="5318607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Randomised call-first test.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Time-varying covariates in the Cox model.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Competing risks: paid, written off, transferred.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Sensitivity analysis for informative censoring.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