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A Claim-Cost Model We Can Defend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Pricing relativities and reserves for open claims · Analytics for the Appointed Actuary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6,000 settled hospitalisation claims; 1,500 held back to test reserving.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current model is the wrong shape; a gamma model with the policy cap gets the reserve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6 claims were keyed in paise instead of rupees</a:t>
            </a:r>
            <a:r>
              <a:rPr sz="1600" b="0">
                <a:solidFill>
                  <a:srgbClr val="1A1A1A"/>
                </a:solidFill>
                <a:latin typeface="Calibri"/>
              </a:rPr>
              <a:t> (×100). They dominated the old model.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Claim costs are multiplicative and their spread grows with their size.</a:t>
            </a:r>
            <a:r>
              <a:rPr sz="1600" b="0">
                <a:solidFill>
                  <a:srgbClr val="1A1A1A"/>
                </a:solidFill>
                <a:latin typeface="Calibri"/>
              </a:rPr>
              <a:t> A straight-line model on ₹ cannot capture that: it even predicts negative costs.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log model under-reserved by 14%</a:t>
            </a:r>
            <a:r>
              <a:rPr sz="1600" b="0">
                <a:solidFill>
                  <a:srgbClr val="1A1A1A"/>
                </a:solidFill>
                <a:latin typeface="Calibri"/>
              </a:rPr>
              <a:t> because exp() of a log prediction gives a typical claim, not the average.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Recommended: a gamma model that respects the sum insured.</a:t>
            </a:r>
            <a:r>
              <a:rPr sz="1600" b="0">
                <a:solidFill>
                  <a:srgbClr val="1A1A1A"/>
                </a:solidFill>
                <a:latin typeface="Calibri"/>
              </a:rPr>
              <a:t> On 1,500 test claims its total was within 0.1% of what was actually paid.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Reserve for open claims: ≈ ₹18.7 crore</a:t>
            </a:r>
            <a:r>
              <a:rPr sz="1600" b="0">
                <a:solidFill>
                  <a:srgbClr val="1A1A1A"/>
                </a:solidFill>
                <a:latin typeface="Calibri"/>
              </a:rPr>
              <a:t>, 90% range ₹18.1–19.3 crore.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adopt the gamma model for pricing and reserving, and add a sum-insured validation rule.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Claim costs: a long tail of expensive claims, very different by procedure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claim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18365"/>
            <a:ext cx="11094415" cy="306698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On a log scale the distribution is roughly symmetric, a sign that effects multiply rather than add.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Six impossible claims: above the policy's maximum payout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720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6957"/>
                <a:gridCol w="3413666"/>
                <a:gridCol w="2133541"/>
                <a:gridCol w="2560249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Claim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Procedure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Sum insured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Recorded claim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HC10104514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Medical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₹5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₹224.3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HC10105310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Day-care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₹25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₹174.1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HC10104996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Surgical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₹5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₹122.9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HC10103628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Surgical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₹5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₹41.0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HC10103950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Medical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₹5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₹39.4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HC10104543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Medical management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₹5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₹21.1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Divided by 100 they become normal amounts: keyed in paise. Removed and sent to the claims-data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old model's checks fail: spread grows with claim size, and big claims are far 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3_diagnostics_raw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665" y="1554480"/>
            <a:ext cx="5530364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Top-left: a funnel. Top-right: far more very large claims than the model expects. Its error bars cannot be trusted.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Why a gamma model: the variance of claims grows with the square of their average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5_mean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455" y="1554480"/>
            <a:ext cx="519878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Bigger claims are not 'more random' in % terms; they are just bigger. That is exactly what a gamma model assumes.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Why the log model under-reserved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0">
                <a:solidFill>
                  <a:srgbClr val="1A1A1A"/>
                </a:solidFill>
                <a:latin typeface="Calibri"/>
              </a:rPr>
              <a:t>A log model predicts the </a:t>
            </a:r>
            <a:r>
              <a:rPr sz="2000" b="1">
                <a:solidFill>
                  <a:srgbClr val="1A1A1A"/>
                </a:solidFill>
                <a:latin typeface="Calibri"/>
              </a:rPr>
              <a:t>typical</a:t>
            </a:r>
            <a:r>
              <a:rPr sz="2000" b="0">
                <a:solidFill>
                  <a:srgbClr val="1A1A1A"/>
                </a:solidFill>
                <a:latin typeface="Calibri"/>
              </a:rPr>
              <a:t> (median) claim. For skewed costs, the </a:t>
            </a:r>
            <a:r>
              <a:rPr sz="2000" b="1">
                <a:solidFill>
                  <a:srgbClr val="1A1A1A"/>
                </a:solidFill>
                <a:latin typeface="Calibri"/>
              </a:rPr>
              <a:t>average</a:t>
            </a:r>
            <a:r>
              <a:rPr sz="2000" b="0">
                <a:solidFill>
                  <a:srgbClr val="1A1A1A"/>
                </a:solidFill>
                <a:latin typeface="Calibri"/>
              </a:rPr>
              <a:t> is higher.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0">
                <a:solidFill>
                  <a:srgbClr val="1A1A1A"/>
                </a:solidFill>
                <a:latin typeface="Calibri"/>
              </a:rPr>
              <a:t>Reserves need the average. Taking the prediction at face value under-reserved by </a:t>
            </a:r>
            <a:r>
              <a:rPr sz="2000" b="1">
                <a:solidFill>
                  <a:srgbClr val="1A1A1A"/>
                </a:solidFill>
                <a:latin typeface="Calibri"/>
              </a:rPr>
              <a:t>14%</a:t>
            </a:r>
            <a:r>
              <a:rPr sz="2000" b="0">
                <a:solidFill>
                  <a:srgbClr val="1A1A1A"/>
                </a:solidFill>
                <a:latin typeface="Calibri"/>
              </a:rPr>
              <a:t> on the test claims.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0">
                <a:solidFill>
                  <a:srgbClr val="1A1A1A"/>
                </a:solidFill>
                <a:latin typeface="Calibri"/>
              </a:rPr>
              <a:t>A correction factor (≈ 1.23) fixes the average, but the result still ignores the policy limit.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0">
                <a:solidFill>
                  <a:srgbClr val="1A1A1A"/>
                </a:solidFill>
                <a:latin typeface="Calibri"/>
              </a:rPr>
              <a:t>Models that ignore the sum-insured cap </a:t>
            </a:r>
            <a:r>
              <a:rPr sz="2000" b="1">
                <a:solidFill>
                  <a:srgbClr val="1A1A1A"/>
                </a:solidFill>
                <a:latin typeface="Calibri"/>
              </a:rPr>
              <a:t>over-reserve by about 5%</a:t>
            </a:r>
            <a:r>
              <a:rPr sz="2000" b="0">
                <a:solidFill>
                  <a:srgbClr val="1A1A1A"/>
                </a:solidFill>
                <a:latin typeface="Calibri"/>
              </a:rPr>
              <a:t>: we never pay above the limit.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gamma model predicts the average directly, and we apply the cap to every claim.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On 1,500 test claims: only the gamma model with the cap gets the total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9_holdout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2438"/>
            <a:ext cx="11094415" cy="35788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Total error: naive log −14%, gamma without cap +5%, gamma with cap −0.1%. Within procedures, errors of up to ~10% remain (small groups).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Pricing relativities from the gamma model (for similar patients and hospitals)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582"/>
                <a:gridCol w="3169832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 difference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Cardiac (vs medical management)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+175%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Oncology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+205%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Orthopaedic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Suite (vs general ward)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+57%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Private 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Non-network hospital (vs network-metro)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+10%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Diabetic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Smoker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+6%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Double the length of stay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Associations, not causes: e.g. non-network patients may also differ in ways we don't observe.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Reserve for the 1,500 open claims: about ₹18.7 crore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fig10_reserve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695" y="1554480"/>
            <a:ext cx="884630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90% range ₹18.1–19.3 crore; 99.5th percentile ₹19.7 crore. The total is far more predictable than any single claim.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Adopt the gamma model</a:t>
            </a:r>
            <a:r>
              <a:rPr sz="2000" b="0">
                <a:solidFill>
                  <a:srgbClr val="1A1A1A"/>
                </a:solidFill>
                <a:latin typeface="Calibri"/>
              </a:rPr>
              <a:t> (with the sum-insured cap) for pricing relativities and open-claim reserves.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Reserve ≈ ₹18.7 crore</a:t>
            </a:r>
            <a:r>
              <a:rPr sz="2000" b="0">
                <a:solidFill>
                  <a:srgbClr val="1A1A1A"/>
                </a:solidFill>
                <a:latin typeface="Calibri"/>
              </a:rPr>
              <a:t> for the open claims; base the risk margin on the simulated range.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Retire the straight-line ₹ model</a:t>
            </a:r>
            <a:r>
              <a:rPr sz="2000" b="0">
                <a:solidFill>
                  <a:srgbClr val="1A1A1A"/>
                </a:solidFill>
                <a:latin typeface="Calibri"/>
              </a:rPr>
              <a:t>; do not use the log model without correction.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Add a load-time rule:</a:t>
            </a:r>
            <a:r>
              <a:rPr sz="2000" b="0">
                <a:solidFill>
                  <a:srgbClr val="1A1A1A"/>
                </a:solidFill>
                <a:latin typeface="Calibri"/>
              </a:rPr>
              <a:t> reject claim amounts above the sum insured.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Review calibration by procedure every quarter.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gamma model and the reserve.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10 · Modelling health claim cost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Real portfolios have rarer, larger claims than a gamma model expects.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No claim inflation or late-reported claims included.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Relativities are associations, not causes.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Test a separate large-claim model above a threshold.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Add inflation and late-reporting adjustments with the reserving team.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Track calibration by procedure each quarter.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