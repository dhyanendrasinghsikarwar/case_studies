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Why Our Spend Model's Coefficients Keep Jumping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Credit-limit model review · Credit Risk for the Head of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4,000 salaried card customers (four quarterly cohorts) and 600 self-employed pilot customers.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the model's limits are fine; its coefficients are not readable, and it is not ready for the pilot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09 · Overlapping signals in the credit-limit model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Declared income and salary credits are near-copies</a:t>
            </a:r>
            <a:r>
              <a:rPr sz="1700" b="0">
                <a:solidFill>
                  <a:srgbClr val="1A1A1A"/>
                </a:solidFill>
                <a:latin typeface="Calibri"/>
              </a:rPr>
              <a:t> for salaried customers (correlation 0.996). The model cannot tell them apart, so their separate coefficients swing every quarter.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Their combined effect is stable:</a:t>
            </a:r>
            <a:r>
              <a:rPr sz="1700" b="0">
                <a:solidFill>
                  <a:srgbClr val="1A1A1A"/>
                </a:solidFill>
                <a:latin typeface="Calibri"/>
              </a:rPr>
              <a:t> 10% more income → about </a:t>
            </a:r>
            <a:r>
              <a:rPr sz="1700" b="1">
                <a:solidFill>
                  <a:srgbClr val="1A1A1A"/>
                </a:solidFill>
                <a:latin typeface="Calibri"/>
              </a:rPr>
              <a:t>8%</a:t>
            </a:r>
            <a:r>
              <a:rPr sz="1700" b="0">
                <a:solidFill>
                  <a:srgbClr val="1A1A1A"/>
                </a:solidFill>
                <a:latin typeface="Calibri"/>
              </a:rPr>
              <a:t> more spend, every quarter.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Limits did not jump around.</a:t>
            </a:r>
            <a:r>
              <a:rPr sz="1700" b="0">
                <a:solidFill>
                  <a:srgbClr val="1A1A1A"/>
                </a:solidFill>
                <a:latin typeface="Calibri"/>
              </a:rPr>
              <a:t> Predictions for salaried customers are stable and accurate.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Self-employed pilot: not ready.</a:t>
            </a:r>
            <a:r>
              <a:rPr sz="1700" b="0">
                <a:solidFill>
                  <a:srgbClr val="1A1A1A"/>
                </a:solidFill>
                <a:latin typeface="Calibri"/>
              </a:rPr>
              <a:t> Their salary credits understate income, so the model predicts spend too low: limits would be about </a:t>
            </a:r>
            <a:r>
              <a:rPr sz="1700" b="1">
                <a:solidFill>
                  <a:srgbClr val="1A1A1A"/>
                </a:solidFill>
                <a:latin typeface="Calibri"/>
              </a:rPr>
              <a:t>15% too low</a:t>
            </a:r>
            <a:r>
              <a:rPr sz="1700" b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replace the two income columns with one income index; build a separate model for the pilot.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Two columns, one piece of information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09 · Overlapping signals in the credit-limit model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02_two_income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921" y="1554480"/>
            <a:ext cx="9649853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For salaried customers, the salary is paid into their account: declared income and credits match. For self-employed customers they do not.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Each quarter splits the income effect differently; the total never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09 · Overlapping signals in the credit-limit model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ig03_quarterly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600" y="1554480"/>
            <a:ext cx="8914495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Q4's negative salary-credits coefficient (−0.04) is noise: its range runs well into positive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'Neither income variable is significant' (Q2) does not mean income doesn't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09 · Overlapping signals in the credit-limit model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4" cy="1645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2915"/>
                <a:gridCol w="6051499"/>
              </a:tblGrid>
              <a:tr h="411479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Test (Q2 customers)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Declared income, on its 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p = 0.12: not significant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Salary credits, on its own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p = 0.07: not significant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Both together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p &lt; 0.001: strongest signal in the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Each test asks 'does this add anything beyond the other one?'. With two near-copies, the answer is no for each, but together they matter most. Always test overlapping variables together.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How severe is the overlap?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09 · Overlapping signals in the credit-limit model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116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variance inflation factor (VIF)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Above 10 counts as severe.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8218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99%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of each signal is explained by the others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Almost nothing is left to tell them apart.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7796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×11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uncertainty of each coefficient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Compared with signals that do not overlap.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other variables in the model are fine (VIF below 5).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Where overlap hurts: customers whose signals disagree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09 · Overlapping signals in the credit-limit model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6_pilot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709" y="1554480"/>
            <a:ext cx="7696277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Actual pilot spend is 18% above the model's prediction, and anywhere from −3% to +43% depending on which quarter the model was fitted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Fixing it: an income index keeps accuracy and makes the model readable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09 · Overlapping signals in the credit-limit model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914"/>
                <a:gridCol w="3349257"/>
                <a:gridCol w="2093285"/>
                <a:gridCol w="1883957"/>
              </a:tblGrid>
              <a:tr h="3886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Coefficients stable across quarters?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Accuracy (salaried)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Easy to explain?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Keep both (today)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No (SD 0.28)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Drop salary credits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Yes (SD 0.04)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Combine into one income index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Yes (SD 0.04)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Ridge regression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Partly (SD 0.18)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All options predict salaried spend equally well (error 0.297–0.298 on the log scale). The difference is stability and clarity.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09 · Overlapping signals in the credit-limit model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Replace declared income and salary credits with one income index</a:t>
            </a:r>
            <a:r>
              <a:rPr sz="2000" b="0">
                <a:solidFill>
                  <a:srgbClr val="1A1A1A"/>
                </a:solidFill>
                <a:latin typeface="Calibri"/>
              </a:rPr>
              <a:t> in the salaried model.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Stop reporting the two income coefficients separately</a:t>
            </a:r>
            <a:r>
              <a:rPr sz="2000" b="0">
                <a:solidFill>
                  <a:srgbClr val="1A1A1A"/>
                </a:solidFill>
                <a:latin typeface="Calibri"/>
              </a:rPr>
              <a:t> in dashboards and model documentation.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Remove the duplicate 'total obligations' column</a:t>
            </a:r>
            <a:r>
              <a:rPr sz="2000" b="0">
                <a:solidFill>
                  <a:srgbClr val="1A1A1A"/>
                </a:solidFill>
                <a:latin typeface="Calibri"/>
              </a:rPr>
              <a:t> (it equals EMI + rent exactly).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Do not use this model for the self-employed pilot.</a:t>
            </a:r>
            <a:r>
              <a:rPr sz="2000" b="0">
                <a:solidFill>
                  <a:srgbClr val="1A1A1A"/>
                </a:solidFill>
                <a:latin typeface="Calibri"/>
              </a:rPr>
              <a:t> Build a segment model with income evidence that works for them (tax returns, all-account credits) and check its error before setting limits.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Add overlap checks (VIF, duplicate columns) to every quarterly refit.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approve the index-based model and a separate pilot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09 · Overlapping signals in the credit-limit model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Spend model only; default risk is assessed separately.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600 pilot customers: estimates have a few points of uncertainty.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Self-declared income may be inflated in digital journeys.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Monitor how closely income signals agree, by segment and channel.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Collect independent income evidence for the pilot.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Re-validate after the next quarterly refit.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