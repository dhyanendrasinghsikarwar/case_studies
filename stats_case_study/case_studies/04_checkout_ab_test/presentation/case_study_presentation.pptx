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One-Tap Checkout: Test Design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Ship / no-ship read-out for Product leadership · Payments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14-day randomised test on 10% of app traffic (~66,000 users).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one-tap works for most users, crashes old Android apps, and may fall short of the 1-point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For v5+ app users</a:t>
            </a:r>
            <a:r>
              <a:rPr sz="1800" b="0">
                <a:solidFill>
                  <a:srgbClr val="1A1A1A"/>
                </a:solidFill>
                <a:latin typeface="Calibri"/>
              </a:rPr>
              <a:t> (91% of users): checkout completion rose from </a:t>
            </a:r>
            <a:r>
              <a:rPr sz="1800" b="1">
                <a:solidFill>
                  <a:srgbClr val="1A1A1A"/>
                </a:solidFill>
                <a:latin typeface="Calibri"/>
              </a:rPr>
              <a:t>70.3% to 71.4%</a:t>
            </a:r>
            <a:r>
              <a:rPr sz="1800" b="0">
                <a:solidFill>
                  <a:srgbClr val="1A1A1A"/>
                </a:solidFill>
                <a:latin typeface="Calibri"/>
              </a:rPr>
              <a:t>, a gain of </a:t>
            </a:r>
            <a:r>
              <a:rPr sz="1800" b="1">
                <a:solidFill>
                  <a:srgbClr val="1A1A1A"/>
                </a:solidFill>
                <a:latin typeface="Calibri"/>
              </a:rPr>
              <a:t>+1.0 point</a:t>
            </a:r>
            <a:r>
              <a:rPr sz="1800" b="0">
                <a:solidFill>
                  <a:srgbClr val="1A1A1A"/>
                </a:solidFill>
                <a:latin typeface="Calibri"/>
              </a:rPr>
              <a:t> (likely +0.3 to +1.8).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It is real</a:t>
            </a:r>
            <a:r>
              <a:rPr sz="1800" b="0">
                <a:solidFill>
                  <a:srgbClr val="1A1A1A"/>
                </a:solidFill>
                <a:latin typeface="Calibri"/>
              </a:rPr>
              <a:t> (not a fluke), and payment errors did not increase.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But we cannot confirm it reaches leadership's 1-point bar</a:t>
            </a:r>
            <a:r>
              <a:rPr sz="1800" b="0">
                <a:solidFill>
                  <a:srgbClr val="1A1A1A"/>
                </a:solidFill>
                <a:latin typeface="Calibri"/>
              </a:rPr>
              <a:t>: the likely range straddles it.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Old Android app (pre-v5): one-tap crashes</a:t>
            </a:r>
            <a:r>
              <a:rPr sz="1800" b="0">
                <a:solidFill>
                  <a:srgbClr val="1A1A1A"/>
                </a:solidFill>
                <a:latin typeface="Calibri"/>
              </a:rPr>
              <a:t> for about a third of users. About 1,270 users silently dropped out of the test.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Stopping on day 3 would have overstated the gain</a:t>
            </a:r>
            <a:r>
              <a:rPr sz="1800" b="0">
                <a:solidFill>
                  <a:srgbClr val="1A1A1A"/>
                </a:solidFill>
                <a:latin typeface="Calibri"/>
              </a:rPr>
              <a:t> (+1.8 vs +1.0 points).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ship to v5+ with a 5% holdout; block pre-v5 until the crash is fixed.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we were asked, and when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Before the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long must we run to detect a 1-point gain?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Can we do it in a week?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During and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Day 3: '+1.8 points, p = 0.03. Can we stop and ship?'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Day 14: the dashboard flags a 'sample ratio mismatch'. Can we trust the test?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Did one-tap work? Is it at least 1 point? Is it safe for everyone?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Two full weeks were needed; one week would have missed a real 1-point gain half the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8974"/>
            <a:ext cx="6878537" cy="37544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Needed: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32,000 users per group</a:t>
            </a:r>
            <a:r>
              <a:rPr sz="1600" b="0">
                <a:solidFill>
                  <a:srgbClr val="1A1A1A"/>
                </a:solidFill>
                <a:latin typeface="Calibri"/>
              </a:rPr>
              <a:t>, i.e. 14 days at 10% of traffic.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After one week: only a </a:t>
            </a:r>
            <a:r>
              <a:rPr sz="1600" b="1">
                <a:solidFill>
                  <a:srgbClr val="1A1A1A"/>
                </a:solidFill>
                <a:latin typeface="Calibri"/>
              </a:rPr>
              <a:t>53%</a:t>
            </a:r>
            <a:r>
              <a:rPr sz="1600" b="0">
                <a:solidFill>
                  <a:srgbClr val="1A1A1A"/>
                </a:solidFill>
                <a:latin typeface="Calibri"/>
              </a:rPr>
              <a:t> chance of detecting a real 1-point gain.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Always run </a:t>
            </a:r>
            <a:r>
              <a:rPr sz="1600" b="1">
                <a:solidFill>
                  <a:srgbClr val="1A1A1A"/>
                </a:solidFill>
                <a:latin typeface="Calibri"/>
              </a:rPr>
              <a:t>whole weeks</a:t>
            </a:r>
            <a:r>
              <a:rPr sz="1600" b="0">
                <a:solidFill>
                  <a:srgbClr val="1A1A1A"/>
                </a:solidFill>
                <a:latin typeface="Calibri"/>
              </a:rPr>
              <a:t>: weekends behave differently.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Checking daily and stopping at the first 'significant' result gives false wins 22% of the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peeking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62" y="1554480"/>
            <a:ext cx="1081877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Rule: decide the test length in advance and judge once at the end. Day-3 'significance' is not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test was partly broken: the new screen crashes on the old Android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srm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3211"/>
            <a:ext cx="6656649" cy="31772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329" y="1645920"/>
            <a:ext cx="411772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Expected a 50/50 split; </a:t>
            </a:r>
            <a:r>
              <a:rPr sz="1600" b="1">
                <a:solidFill>
                  <a:srgbClr val="1A1A1A"/>
                </a:solidFill>
                <a:latin typeface="Calibri"/>
              </a:rPr>
              <a:t>pre-v5 had only 39% in the new design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1,270 pre-v5 users</a:t>
            </a:r>
            <a:r>
              <a:rPr sz="1600" b="0">
                <a:solidFill>
                  <a:srgbClr val="1A1A1A"/>
                </a:solidFill>
                <a:latin typeface="Calibri"/>
              </a:rPr>
              <a:t> crashed before being counted.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Those who got through saw </a:t>
            </a:r>
            <a:r>
              <a:rPr sz="1600" b="1">
                <a:solidFill>
                  <a:srgbClr val="1A1A1A"/>
                </a:solidFill>
                <a:latin typeface="Calibri"/>
              </a:rPr>
              <a:t>3× more payment errors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Newer app versions and iOS were unaffected and split evenly.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One-tap must not reach pre-v5 users until the crash is fixed. Add automatic split-ratio alerts.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Result for v5+ users: a real gain of about one point, with no harm to 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+1.04 pts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checkout completion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range +0.3 to +1.8 points.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+1.5%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relative gain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From 70.3% to 71.4%.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~1 in 200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chance it's a fluke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If one-tap did nothing, a gain this big would rarely appear.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−0.10 pts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payment errors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No increase; any rise larger than ~0.13 points is ruled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Real, yes. At least one point? We can't tell 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4_lift_vs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75" y="1554480"/>
            <a:ext cx="700774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likely range clears zero but straddles the 1-point bar, so the bar is neither met nor missed with confidence.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Early results overstated the gain: the effect settled as the novelty wore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5_lift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90" y="1554480"/>
            <a:ext cx="1093111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Day 3 showed +1.8 points; the full test shows +1.0. Business cases should use full-test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a one-point gain is worth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₹17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per year (estimate)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Net revenue from extra completed payments, v5+ users, full traffic.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₹5–28 lakh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likely range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Reflects the uncertainty in the lift.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No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rise in payment errors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No guardrail harm for v5+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modest but positive return with little downside, provided pre-v5 users are excluded.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Decision options for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Option A (recommended): ship to v5+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Roll out to v5+ users, keeping </a:t>
            </a:r>
            <a:r>
              <a:rPr sz="1700" b="1">
                <a:solidFill>
                  <a:srgbClr val="1A1A1A"/>
                </a:solidFill>
                <a:latin typeface="Calibri"/>
              </a:rPr>
              <a:t>5% on the old flow</a:t>
            </a:r>
            <a:r>
              <a:rPr sz="1700" b="0">
                <a:solidFill>
                  <a:srgbClr val="1A1A1A"/>
                </a:solidFill>
                <a:latin typeface="Calibri"/>
              </a:rPr>
              <a:t> for 4–6 weeks.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Confirms the settled gain with no further delay.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Accepts that the gain may be somewhat under 1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Option B: extend the test 2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Roughly halves the uncertainty around the 1-point bar.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Delays any benefit by 2+ weeks.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Pre-v5 must be fixed and excluded either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Either way: block pre-v5, fix the crash, re-test it, and add split-ratio alerts.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Process changes we recommend for every future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Pre-register</a:t>
            </a:r>
            <a:r>
              <a:rPr sz="2000" b="0">
                <a:solidFill>
                  <a:srgbClr val="1A1A1A"/>
                </a:solidFill>
                <a:latin typeface="Calibri"/>
              </a:rPr>
              <a:t> the metric, the minimum gain that matters, and the test length.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whole weeks</a:t>
            </a:r>
            <a:r>
              <a:rPr sz="2000" b="0">
                <a:solidFill>
                  <a:srgbClr val="1A1A1A"/>
                </a:solidFill>
                <a:latin typeface="Calibri"/>
              </a:rPr>
              <a:t>, sized by a power calculation, not by impatience.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No ship decisions on interim p-values.</a:t>
            </a:r>
            <a:r>
              <a:rPr sz="2000" b="0">
                <a:solidFill>
                  <a:srgbClr val="1A1A1A"/>
                </a:solidFill>
                <a:latin typeface="Calibri"/>
              </a:rPr>
              <a:t> Use sequential rules if early stopping is needed.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Check the split ratio first</a:t>
            </a:r>
            <a:r>
              <a:rPr sz="2000" b="0">
                <a:solidFill>
                  <a:srgbClr val="1A1A1A"/>
                </a:solidFill>
                <a:latin typeface="Calibri"/>
              </a:rPr>
              <a:t>: a mismatch means something is broken.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a holdout after launch</a:t>
            </a:r>
            <a:r>
              <a:rPr sz="2000" b="0">
                <a:solidFill>
                  <a:srgbClr val="1A1A1A"/>
                </a:solidFill>
                <a:latin typeface="Calibri"/>
              </a:rPr>
              <a:t> to measure the long-run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04 · Checkout A/B test: design and read-out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Two weeks may not show the long-run effect.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Result applies to v5+ users only.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First checkout only; repeat use not measured.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Revenue uses Finance's ₹10 per payment.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Fix pre-v5 crash; re-test that segment.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Holdout read-outs at 4 and 8 weeks.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Measure repeat bill payments.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Use pre-test history (CUPED) to shorten future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