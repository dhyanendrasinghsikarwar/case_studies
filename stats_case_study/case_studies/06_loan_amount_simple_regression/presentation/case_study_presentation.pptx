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 Simple, Honest Loan Pre-Offer Rule for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Recommendation for the Head of Personal Loans · Lending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Based on 3,000 personal loans disbursed in the last six months.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customers borrow roughly a fixed number of months of income, give or take 50%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Each extra ₹10,000 of monthly income goes with about ₹26,000 more borrowing</a:t>
            </a:r>
            <a:r>
              <a:rPr sz="1800" b="0">
                <a:solidFill>
                  <a:srgbClr val="1A1A1A"/>
                </a:solidFill>
                <a:latin typeface="Calibri"/>
              </a:rPr>
              <a:t> on average (likely ₹25,000–₹28,000).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Better rule of thumb: </a:t>
            </a:r>
            <a:r>
              <a:rPr sz="1800" b="1">
                <a:solidFill>
                  <a:srgbClr val="1A1A1A"/>
                </a:solidFill>
                <a:latin typeface="Calibri"/>
              </a:rPr>
              <a:t>10% more income → about 9% more loan</a:t>
            </a:r>
            <a:r>
              <a:rPr sz="1800" b="0">
                <a:solidFill>
                  <a:srgbClr val="1A1A1A"/>
                </a:solidFill>
                <a:latin typeface="Calibri"/>
              </a:rPr>
              <a:t>. Loans scale with income.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Income explains about 59% of loan sizes.</a:t>
            </a:r>
            <a:r>
              <a:rPr sz="1800" b="0">
                <a:solidFill>
                  <a:srgbClr val="1A1A1A"/>
                </a:solidFill>
                <a:latin typeface="Calibri"/>
              </a:rPr>
              <a:t> A typical customer borrows within ×/÷ 1.5 of the suggested amount.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Show branches a realistic range, not just one number.</a:t>
            </a:r>
            <a:r>
              <a:rPr sz="1800" b="0">
                <a:solidFill>
                  <a:srgbClr val="1A1A1A"/>
                </a:solidFill>
                <a:latin typeface="Calibri"/>
              </a:rPr>
              <a:t> On new loans our 80% range held 73%–86% of the time in every income band.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roll out the pre-offer table below for incomes up to ₹4 lakh/month; above that, offer the cap and refer to an 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data shows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3,000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recent personal loans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With verified monthly income and the amount taken.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59%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explained by income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The rest depends on debts, purpose, job type,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0.92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elasticity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1% more income → about 0.9% more loan.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×/÷ 1.5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typical spread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How far a real customer is from the suggested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Loan amounts scale with income, and so does the spread between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scatter_raw_v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68" y="1554480"/>
            <a:ext cx="1040655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Customers vary by similar PERCENTAGES around the typical amount, so ranges must be in percentages too.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straight-line rule gives the wrong ranges: too wide for small loans, too narrow for large 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ci_vs_pi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7480"/>
            <a:ext cx="6878537" cy="3697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thin orange band is the average customer: precise, but not what branches need.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wide blue band is one customer, and it even goes below zero at low incomes.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spread in the data clearly widens with income. The straight-line rule ignores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pre-offer table for branch staff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880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195"/>
                <a:gridCol w="2894195"/>
                <a:gridCol w="5306024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Monthly income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Suggested offer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Most customers borrow between (80%)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₹40,000 – ₹120,000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₹40,000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₹110,000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₹60,000 – ₹180,000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₹160,000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₹90,000 – ₹260,000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₹100,000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₹250,000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₹150,000 – ₹420,000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₹360,000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₹220,000 – ₹610,000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₹250,000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₹580,000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₹340,000 – ₹980,000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Suggest the middle number; expect most customers to land within the range. Round to the nearest ₹10,000.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Tested on loans the rule never saw: the range is close to its 80% promise at every income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6_holdou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930" y="1554480"/>
            <a:ext cx="717983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Straight-line rule: 99% for low earners vs 71% for top earners. New rule: 86% and 82%.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rule can and cannot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It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Give a consistent starting offer across branches.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Give a realistic range for incomes up to ₹4 lakh/month.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Be explained in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It cannot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Say what very high earners would borrow without our ₹20 lakh cap.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Account for existing debts, purpose or job type (yet).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Tell us that higher income CAUSES bigger loans. It reflects current customers and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06 · Predicting loan amount from income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Roll out the pre-offer table</a:t>
            </a:r>
            <a:r>
              <a:rPr sz="2000" b="0">
                <a:solidFill>
                  <a:srgbClr val="1A1A1A"/>
                </a:solidFill>
                <a:latin typeface="Calibri"/>
              </a:rPr>
              <a:t> (incomes up to ₹4 lakh/month) with its 80% range.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Above ₹4 lakh/month:</a:t>
            </a:r>
            <a:r>
              <a:rPr sz="2000" b="0">
                <a:solidFill>
                  <a:srgbClr val="1A1A1A"/>
                </a:solidFill>
                <a:latin typeface="Calibri"/>
              </a:rPr>
              <a:t> offer the cap; route to a relationship manager.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In planning materials:</a:t>
            </a:r>
            <a:r>
              <a:rPr sz="2000" b="0">
                <a:solidFill>
                  <a:srgbClr val="1A1A1A"/>
                </a:solidFill>
                <a:latin typeface="Calibri"/>
              </a:rPr>
              <a:t> 'about ₹26,000 more per ₹10,000 of income, on average', with the range.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Next quarter:</a:t>
            </a:r>
            <a:r>
              <a:rPr sz="2000" b="0">
                <a:solidFill>
                  <a:srgbClr val="1A1A1A"/>
                </a:solidFill>
                <a:latin typeface="Calibri"/>
              </a:rPr>
              <a:t> add job type and existing debts to narrow the ranges (multiple regression).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Monitor monthly:</a:t>
            </a:r>
            <a:r>
              <a:rPr sz="2000" b="0">
                <a:solidFill>
                  <a:srgbClr val="1A1A1A"/>
                </a:solidFill>
                <a:latin typeface="Calibri"/>
              </a:rPr>
              <a:t> check the range still holds ~80% of the time in each income band.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Decision: approve the branch pre-offer rule; fund the next modelling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