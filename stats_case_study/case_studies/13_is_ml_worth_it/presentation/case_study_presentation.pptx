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Should We Replace Our Scorecard with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Independent model review for the Chief Risk Officer and Model Risk Committee · Credit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39,985 card applications (Jan-2023 to Dec-2024) with 12-month outcomes.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upgrade the scorecard; do not adopt the ML model 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The ML team's 'AUC 0.93' is not real.</a:t>
            </a:r>
            <a:r>
              <a:rPr sz="1700" b="0">
                <a:solidFill>
                  <a:srgbClr val="1A1A1A"/>
                </a:solidFill>
                <a:latin typeface="Calibri"/>
              </a:rPr>
              <a:t> It relies on a field recorded </a:t>
            </a:r>
            <a:r>
              <a:rPr sz="1700" b="1">
                <a:solidFill>
                  <a:srgbClr val="1A1A1A"/>
                </a:solidFill>
                <a:latin typeface="Calibri"/>
              </a:rPr>
              <a:t>after</a:t>
            </a:r>
            <a:r>
              <a:rPr sz="1700" b="0">
                <a:solidFill>
                  <a:srgbClr val="1A1A1A"/>
                </a:solidFill>
                <a:latin typeface="Calibri"/>
              </a:rPr>
              <a:t> customers fall into arrears. Without that field, the ML model is no better than today's scorecard (0.77 vs 0.76).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A better scorecard is available now.</a:t>
            </a:r>
            <a:r>
              <a:rPr sz="1700" b="0">
                <a:solidFill>
                  <a:srgbClr val="1A1A1A"/>
                </a:solidFill>
                <a:latin typeface="Calibri"/>
              </a:rPr>
              <a:t> Using statistical tests to model curves and one key interaction lifts accuracy on new customers (AUC 0.771 → 0.787), worth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₹245 lakh a year</a:t>
            </a:r>
            <a:r>
              <a:rPr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The ML model does not beat the improved scorecard</a:t>
            </a:r>
            <a:r>
              <a:rPr sz="1700" b="0">
                <a:solidFill>
                  <a:srgbClr val="1A1A1A"/>
                </a:solidFill>
                <a:latin typeface="Calibri"/>
              </a:rPr>
              <a:t> on new customers (AUC 0.779 vs 0.787). Its extra value is uncertain and roughly equal to its ₹45 lakh running cost.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ML is not ruled out forever.</a:t>
            </a:r>
            <a:r>
              <a:rPr sz="1700" b="0">
                <a:solidFill>
                  <a:srgbClr val="1A1A1A"/>
                </a:solidFill>
                <a:latin typeface="Calibri"/>
              </a:rPr>
              <a:t> It is catching up as data grows. We set a clear test it must pass.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deploy the improved scorecard; run the ML model as a silent challenger; review in 12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question: is the ML model's gain real, big enough, and lasting?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What the CRO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Is the ML team's improvement real?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Is it big enough to matter in money?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Will it hold on new customers?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Could an improved scorecard do just as well?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Why the bar for ML is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Harder to explain decline reasons to customers and the regulator.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Extended model-risk validation and bias testing.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New monitoring and retraining infrastructure.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≈ ₹45 lakh a year extra running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ML must beat the BEST simple model by more than its cost, on future customers. Beating the old scorecard is not enough.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we tested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39,985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applications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Numerical, ordered and unordered customer attributes.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18 + 6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months: build + test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Models built on older data and tested on the 6 most recent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4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models compared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Current scorecard, full scorecard, improved scorecard, 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independent tests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Cross-validation, out-of-time, DeLong, McNemar, value with uncertainty.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Testing on later months mimics real use: the model always scores customers it has never seen.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ML team's headline came from a field we cannot use at application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0.96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ML with the leaky field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Reproduces (and exceeds) the claimed 0.93.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0.77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ML without it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Same random-split test as the ML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0.76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current scorecard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Same test: no meaningful difference.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After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when the field is filled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Collections contact happens once a customer is already in arrears.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'Too good to be true' results usually are. Every model review must check when each field is recorded.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Risk follows curves and thresholds, which a well-built scorecard can capture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1_binned_logod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6023"/>
            <a:ext cx="6878537" cy="3640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Utilisation:</a:t>
            </a:r>
            <a:r>
              <a:rPr sz="1600" b="0">
                <a:solidFill>
                  <a:srgbClr val="1A1A1A"/>
                </a:solidFill>
                <a:latin typeface="Calibri"/>
              </a:rPr>
              <a:t> risk is high at 0% and rises steeply at high usage.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Enquiries:</a:t>
            </a:r>
            <a:r>
              <a:rPr sz="1600" b="0">
                <a:solidFill>
                  <a:srgbClr val="1A1A1A"/>
                </a:solidFill>
                <a:latin typeface="Calibri"/>
              </a:rPr>
              <a:t> risk jumps after 3 in six months.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Debt burden</a:t>
            </a:r>
            <a:r>
              <a:rPr sz="1600" b="0">
                <a:solidFill>
                  <a:srgbClr val="1A1A1A"/>
                </a:solidFill>
                <a:latin typeface="Calibri"/>
              </a:rPr>
              <a:t> hurts the self-employed far more.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Each pattern was </a:t>
            </a:r>
            <a:r>
              <a:rPr sz="1600" b="1">
                <a:solidFill>
                  <a:srgbClr val="1A1A1A"/>
                </a:solidFill>
                <a:latin typeface="Calibri"/>
              </a:rPr>
              <a:t>confirmed by a statistical test</a:t>
            </a:r>
            <a:r>
              <a:rPr sz="1600" b="0">
                <a:solidFill>
                  <a:srgbClr val="1A1A1A"/>
                </a:solidFill>
                <a:latin typeface="Calibri"/>
              </a:rPr>
              <a:t> before entering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weak correlation does not mean a weak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2_correlation_vs_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2344"/>
            <a:ext cx="6878537" cy="4047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Utilisation barely correlates with default, yet carries real information.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Its U-shape cancels out in a simple correlation.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 'drop low-correlation variables' rule would have thrown it 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improved scorecard is the most accurate model on new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75"/>
                <a:gridCol w="2610450"/>
                <a:gridCol w="2120991"/>
                <a:gridCol w="2447297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 on new customers (AUC)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Annual value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Explainable?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Current 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₹2,020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Full scorecard (all variables)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₹2,072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Improved scorecard (curves + interaction)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₹2,266 lakh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ML model (gradient boosting)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₹2,304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Needs extra tooling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Improved vs current scorecard: about ₹245 lakh a year (likely −₹23 lakh to ₹455 lakh).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Four tests, one consistent answer: the ML model has not earned its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790"/>
                <a:gridCol w="6400624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Improved vs current scorecard: better?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Yes: AUC +0.017, not chance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ML vs improved scorecard: better?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No: AUC −0.009 (ML slightly worse)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ML vs improved scorecard: different decisions?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meaningful difference at our approval cut-off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ML vs improved scorecard: worth its cost?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Unclear: +₹39 lakh/yr vs ₹45 lakh cost; 46% chance it pays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ML model finds the same risk signals as the improved scorecard. It does not find new 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Each step's value, with its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07_value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03" y="1554480"/>
            <a:ext cx="1009508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scorecard upgrade very likely pays (about 97% probability). The ML step is as likely to fall short of its cost as to exceed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When ML IS worth it: a simulation of four different worlds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08_scenario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1656"/>
            <a:ext cx="6656649" cy="2809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329" y="1645920"/>
            <a:ext cx="411772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Simple patterns:</a:t>
            </a:r>
            <a:r>
              <a:rPr sz="1600" b="0">
                <a:solidFill>
                  <a:srgbClr val="1A1A1A"/>
                </a:solidFill>
                <a:latin typeface="Calibri"/>
              </a:rPr>
              <a:t> ML is worse.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Complex, tangled patterns:</a:t>
            </a:r>
            <a:r>
              <a:rPr sz="1600" b="0">
                <a:solidFill>
                  <a:srgbClr val="1A1A1A"/>
                </a:solidFill>
                <a:latin typeface="Calibri"/>
              </a:rPr>
              <a:t> ML wins clearly.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No signal:</a:t>
            </a:r>
            <a:r>
              <a:rPr sz="1600" b="0">
                <a:solidFill>
                  <a:srgbClr val="1A1A1A"/>
                </a:solidFill>
                <a:latin typeface="Calibri"/>
              </a:rPr>
              <a:t> no model helps.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Little data:</a:t>
            </a:r>
            <a:r>
              <a:rPr sz="1600" b="0">
                <a:solidFill>
                  <a:srgbClr val="1A1A1A"/>
                </a:solidFill>
                <a:latin typeface="Calibri"/>
              </a:rPr>
              <a:t> simple models win.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Our data looks like a mix of the first two, so an improved scorecard is enough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standing test for any future ML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No leakage:</a:t>
            </a:r>
            <a:r>
              <a:rPr sz="2000" b="0">
                <a:solidFill>
                  <a:srgbClr val="1A1A1A"/>
                </a:solidFill>
                <a:latin typeface="Calibri"/>
              </a:rPr>
              <a:t> every field must exist at decision time.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Tested on later months</a:t>
            </a:r>
            <a:r>
              <a:rPr sz="2000" b="0">
                <a:solidFill>
                  <a:srgbClr val="1A1A1A"/>
                </a:solidFill>
                <a:latin typeface="Calibri"/>
              </a:rPr>
              <a:t>, not a random sample of the same period.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Compared with the best scorecard</a:t>
            </a:r>
            <a:r>
              <a:rPr sz="2000" b="0">
                <a:solidFill>
                  <a:srgbClr val="1A1A1A"/>
                </a:solidFill>
                <a:latin typeface="Calibri"/>
              </a:rPr>
              <a:t>, not the old one.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Gain confirmed by valid statistical tests</a:t>
            </a:r>
            <a:r>
              <a:rPr sz="2000" b="0">
                <a:solidFill>
                  <a:srgbClr val="1A1A1A"/>
                </a:solidFill>
                <a:latin typeface="Calibri"/>
              </a:rPr>
              <a:t> (corrected for repeated testing).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Value gain clearly above running cost</a:t>
            </a:r>
            <a:r>
              <a:rPr sz="2000" b="0">
                <a:solidFill>
                  <a:srgbClr val="1A1A1A"/>
                </a:solidFill>
                <a:latin typeface="Calibri"/>
              </a:rPr>
              <a:t>, including its uncertainty.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Explainable enough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decline reasons and Model Risk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Adopt this as model-governance policy, so future ML decisions are made on evidence, not on headlines.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Reject the ML proposal as submitted.</a:t>
            </a:r>
            <a:r>
              <a:rPr sz="2000" b="0">
                <a:solidFill>
                  <a:srgbClr val="1A1A1A"/>
                </a:solidFill>
                <a:latin typeface="Calibri"/>
              </a:rPr>
              <a:t> Its headline result depends on a post-event field.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Deploy the improved scorecard</a:t>
            </a:r>
            <a:r>
              <a:rPr sz="2000" b="0">
                <a:solidFill>
                  <a:srgbClr val="1A1A1A"/>
                </a:solidFill>
                <a:latin typeface="Calibri"/>
              </a:rPr>
              <a:t> (≈ ₹6 lakh one-off, within existing systems).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the ML model as a silent challenger</a:t>
            </a:r>
            <a:r>
              <a:rPr sz="2000" b="0">
                <a:solidFill>
                  <a:srgbClr val="1A1A1A"/>
                </a:solidFill>
                <a:latin typeface="Calibri"/>
              </a:rPr>
              <a:t>, scored in parallel and compared monthly.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Review in 12 months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more data. The ML model's accuracy is still rising with data size.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Fix data lineage:</a:t>
            </a:r>
            <a:r>
              <a:rPr sz="2000" b="0">
                <a:solidFill>
                  <a:srgbClr val="1A1A1A"/>
                </a:solidFill>
                <a:latin typeface="Calibri"/>
              </a:rPr>
              <a:t> flag post-decision fields in the data warehouse so they cannot leak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for the Committee: approve the scorecard upgrade and the challenger set-up; decline the ML switch for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13 · Is a machine-learning model worth it?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Outcomes are known only for approved customers.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Loss and profit per customer are averages.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6-month test window (~10,000 applications).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Real data may hold richer patterns than this study.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Validate the improved scorecard's decline reasons with Credit Policy.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Fairness testing across customer groups.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Champion–challenger reporting from next month.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Test new data sources (e.g., bank statements), where ML often helps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