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What to Do When a Quarter of Applications Have No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Handling missing income in the personal-loan scorecard · Credit Risk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8,000 personal-loan applications with a known 12-month outcome.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neither 'delete them' nor 'fill with the average' is safe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17 · The missing income problem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23% of applications have no income</a:t>
            </a:r>
            <a:r>
              <a:rPr sz="1600" b="0">
                <a:solidFill>
                  <a:srgbClr val="1A1A1A"/>
                </a:solidFill>
                <a:latin typeface="Calibri"/>
              </a:rPr>
              <a:t>, and it is not random: gig and self-employed applicants, agent and online channels and, crucially, </a:t>
            </a:r>
            <a:r>
              <a:rPr sz="1600" b="1">
                <a:solidFill>
                  <a:srgbClr val="1A1A1A"/>
                </a:solidFill>
                <a:latin typeface="Calibri"/>
              </a:rPr>
              <a:t>later defaulters</a:t>
            </a:r>
            <a:r>
              <a:rPr sz="1600" b="0">
                <a:solidFill>
                  <a:srgbClr val="1A1A1A"/>
                </a:solidFill>
                <a:latin typeface="Calibri"/>
              </a:rPr>
              <a:t> leave it out (31% default vs 15% when income is given).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Over 150 repeated datasets, deleting them</a:t>
            </a:r>
            <a:r>
              <a:rPr sz="1600" b="0">
                <a:solidFill>
                  <a:srgbClr val="1A1A1A"/>
                </a:solidFill>
                <a:latin typeface="Calibri"/>
              </a:rPr>
              <a:t> weakens the estimated protective effect of income by 14% and its CI contains the truth only 56% of the time; </a:t>
            </a:r>
            <a:r>
              <a:rPr sz="1600" b="1">
                <a:solidFill>
                  <a:srgbClr val="1A1A1A"/>
                </a:solidFill>
                <a:latin typeface="Calibri"/>
              </a:rPr>
              <a:t>mean-filling</a:t>
            </a:r>
            <a:r>
              <a:rPr sz="1600" b="0">
                <a:solidFill>
                  <a:srgbClr val="1A1A1A"/>
                </a:solidFill>
                <a:latin typeface="Calibri"/>
              </a:rPr>
              <a:t> weakens it by 43% (coverage 0%).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Multiple imputation that includes the outcome</a:t>
            </a:r>
            <a:r>
              <a:rPr sz="1600" b="0">
                <a:solidFill>
                  <a:srgbClr val="1A1A1A"/>
                </a:solidFill>
                <a:latin typeface="Calibri"/>
              </a:rPr>
              <a:t> has the smallest bias (8%) and 91% coverage; leaving the outcome out is as bad as a single fill (32% bias, 0% coverage).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For scoring new applicants the best approach is different:</a:t>
            </a:r>
            <a:r>
              <a:rPr sz="1600" b="0">
                <a:solidFill>
                  <a:srgbClr val="1A1A1A"/>
                </a:solidFill>
                <a:latin typeface="Calibri"/>
              </a:rPr>
              <a:t> a simple fill plus a 'income missing' flag, because not providing income is itself a risk signal.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multiple imputation (outcome included) for estimation; mean-fill plus flag for scoring; a sensitivity range for the unknowable part.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Income is missing for a quarter of applications; score and years for far fewer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17 · The missing income problem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missingnes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8142"/>
            <a:ext cx="11094415" cy="3727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Missing credit scores mean 'no credit history' (a thin file), not lost data, so they are modelled differently.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Who leaves income out? Self-employed, gig workers, agent and online applicants, and later defaulters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17 · The missing income problem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2_missingness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463"/>
            <a:ext cx="11094415" cy="306279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Because missingness is related to default itself, deleting these applications selects a healthier sample.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Estimating the effect of income on default (truth −1.10; closer to it is better)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17 · The missing income problem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8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0610"/>
                <a:gridCol w="2141027"/>
                <a:gridCol w="1751749"/>
                <a:gridCol w="2141027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Income effect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Off by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Spread of income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Complete cases (delete)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Mean imputation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−0.66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Group-mean imputation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Regression imputation (one value)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−0.89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Multiple imputation, outcome left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Multiple imputation, outcome included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−0.98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In this one dataset, deleting and MI-with-outcome look similar and both CIs cover the truth. One dataset can mislead: see the repeated test next.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the filled-in values look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17 · The missing income problem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3_imputed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17238"/>
            <a:ext cx="11094415" cy="266924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Mean-filling puts every missing income at one value; good imputation puts the natural variation 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Grading the strategies against the complete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17 · The missing income problem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5_strategy_gr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99" y="1554480"/>
            <a:ext cx="10924897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Left: coefficient and 95% CI for each strategy in the actual dataset. Right: how much each shrinks the spread of income.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Repeating the exercise on 150 simulated datasets: bias and honesty of each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17 · The missing income problem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06_repeated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37" y="1554480"/>
            <a:ext cx="11033620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Deleting: 14% bias, 56% coverage. MI with outcome: 8% bias, 91% coverage. Single fills and MI without the outcome almost never contain the truth.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if low earners are the ones hiding income? Sensitivity range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17 · The missing income problem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04_delta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6799"/>
            <a:ext cx="11094415" cy="373012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Even if missing incomes are up to 39% lower than imputed, the income effect stays between −1.07 and −0.99; the average income level moves by about 11%.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Scoring is a different job: keep a 'missing income' flag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17 · The missing income problem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5350"/>
                <a:gridCol w="1880409"/>
                <a:gridCol w="3008654"/>
              </a:tblGrid>
              <a:tr h="3886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Approach for scoring a new applicant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 AUC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Brier score (lower is better)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No income variable at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0.729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0.1355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Train on complete cases, mean-fill at scoring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0.730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0.1375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Mean imputation (no indicator)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0.1344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Mean imputation + missing indicator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0.767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0.1286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Stochastic regression imputation + indicator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0.767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0.1285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 fill plus the missing-income flag gives the best AUC (mean and stochastic fills tie). Not providing income is a risk signal in its own 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17 · The missing income problem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delete applications without income, and do not fill with the average.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For coefficients and reporting:</a:t>
            </a:r>
            <a:r>
              <a:rPr sz="2000" b="0">
                <a:solidFill>
                  <a:srgbClr val="1A1A1A"/>
                </a:solidFill>
                <a:latin typeface="Calibri"/>
              </a:rPr>
              <a:t> multiple imputation (at least 20 draws) with the default outcome in the imputation model.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For production scoring:</a:t>
            </a:r>
            <a:r>
              <a:rPr sz="2000" b="0">
                <a:solidFill>
                  <a:srgbClr val="1A1A1A"/>
                </a:solidFill>
                <a:latin typeface="Calibri"/>
              </a:rPr>
              <a:t> fill plus a missing-income flag; review the flag's effect for hidden channel or agent bias.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Always show a sensitivity range</a:t>
            </a:r>
            <a:r>
              <a:rPr sz="2000" b="0">
                <a:solidFill>
                  <a:srgbClr val="1A1A1A"/>
                </a:solidFill>
                <a:latin typeface="Calibri"/>
              </a:rPr>
              <a:t> for the part no one can test (are low incomes the ones missing?).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Fix collection at the source:</a:t>
            </a:r>
            <a:r>
              <a:rPr sz="2000" b="0">
                <a:solidFill>
                  <a:srgbClr val="1A1A1A"/>
                </a:solidFill>
                <a:latin typeface="Calibri"/>
              </a:rPr>
              <a:t> agent and online channels drive the gaps. Track the missing rate by channel.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the imputation approach and the missing-rate KPI.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17 · The missing income problem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Simple simulated mechanism; real data are messier.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One variable imputed; real projects impute several jointly.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Missing-not-at-random cannot be tested, only bounded.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Chase documents for a random sample to measure the true gap.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Impute several variables jointly and check diagnostics.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Monitor the missing-income rate by channel.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