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What Really Drives How Much Customers Ask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Input to the offer-tier redesign and disbursement forecast · Lending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5,000 recent personal-loan applications (requested amounts, before credit decisions).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income, purpose and existing debt drive requests; city and age do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Income is the main driver.</a:t>
            </a:r>
            <a:r>
              <a:rPr sz="1700" b="0">
                <a:solidFill>
                  <a:srgbClr val="1A1A1A"/>
                </a:solidFill>
                <a:latin typeface="Calibri"/>
              </a:rPr>
              <a:t> 10% more income →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9%</a:t>
            </a:r>
            <a:r>
              <a:rPr sz="1700" b="0">
                <a:solidFill>
                  <a:srgbClr val="1A1A1A"/>
                </a:solidFill>
                <a:latin typeface="Calibri"/>
              </a:rPr>
              <a:t> bigger request (salaried); more for self-employed (</a:t>
            </a:r>
            <a:r>
              <a:rPr sz="1700" b="1">
                <a:solidFill>
                  <a:srgbClr val="1A1A1A"/>
                </a:solidFill>
                <a:latin typeface="Calibri"/>
              </a:rPr>
              <a:t>10%</a:t>
            </a:r>
            <a:r>
              <a:rPr sz="1700" b="0">
                <a:solidFill>
                  <a:srgbClr val="1A1A1A"/>
                </a:solidFill>
                <a:latin typeface="Calibr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Loan purpose matters a lot:</a:t>
            </a:r>
            <a:r>
              <a:rPr sz="1700" b="0">
                <a:solidFill>
                  <a:srgbClr val="1A1A1A"/>
                </a:solidFill>
                <a:latin typeface="Calibri"/>
              </a:rPr>
              <a:t> weddings </a:t>
            </a:r>
            <a:r>
              <a:rPr sz="1700" b="1">
                <a:solidFill>
                  <a:srgbClr val="1A1A1A"/>
                </a:solidFill>
                <a:latin typeface="Calibri"/>
              </a:rPr>
              <a:t>+45%</a:t>
            </a:r>
            <a:r>
              <a:rPr sz="1700" b="0">
                <a:solidFill>
                  <a:srgbClr val="1A1A1A"/>
                </a:solidFill>
                <a:latin typeface="Calibri"/>
              </a:rPr>
              <a:t>, travel </a:t>
            </a:r>
            <a:r>
              <a:rPr sz="1700" b="1">
                <a:solidFill>
                  <a:srgbClr val="1A1A1A"/>
                </a:solidFill>
                <a:latin typeface="Calibri"/>
              </a:rPr>
              <a:t>−25%</a:t>
            </a:r>
            <a:r>
              <a:rPr sz="1700" b="0">
                <a:solidFill>
                  <a:srgbClr val="1A1A1A"/>
                </a:solidFill>
                <a:latin typeface="Calibri"/>
              </a:rPr>
              <a:t> vs debt consolidation, at the same income.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Customers with more existing EMIs ask for LESS</a:t>
            </a:r>
            <a:r>
              <a:rPr sz="1700" b="0">
                <a:solidFill>
                  <a:srgbClr val="1A1A1A"/>
                </a:solidFill>
                <a:latin typeface="Calibri"/>
              </a:rPr>
              <a:t> (−1.2% per ₹1,000 of EMI), not more, once income is accounted for.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Metro and older customers only look different because they earn more.</a:t>
            </a:r>
            <a:r>
              <a:rPr sz="1700" b="0">
                <a:solidFill>
                  <a:srgbClr val="1A1A1A"/>
                </a:solidFill>
                <a:latin typeface="Calibri"/>
              </a:rPr>
              <a:t> At the same income, no difference.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Forecasts get much sharper:</a:t>
            </a:r>
            <a:r>
              <a:rPr sz="1700" b="0">
                <a:solidFill>
                  <a:srgbClr val="1A1A1A"/>
                </a:solidFill>
                <a:latin typeface="Calibri"/>
              </a:rPr>
              <a:t> explained share of requests 47% → </a:t>
            </a:r>
            <a:r>
              <a:rPr sz="1700" b="1">
                <a:solidFill>
                  <a:srgbClr val="1A1A1A"/>
                </a:solidFill>
                <a:latin typeface="Calibri"/>
              </a:rPr>
              <a:t>69%</a:t>
            </a:r>
            <a:r>
              <a:rPr sz="1700" b="0">
                <a:solidFill>
                  <a:srgbClr val="1A1A1A"/>
                </a:solidFill>
                <a:latin typeface="Calibri"/>
              </a:rPr>
              <a:t>; ranges about 20% narrower.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tier offers on income, EMI headroom, purpose and job type; drop city tier and 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Looked at one by one, everything seems to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individual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055" y="1554480"/>
            <a:ext cx="680358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But most of these variables travel together with income. The question is what matters at the SAME income.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'credit-hungry' belief is backwards: at the same income, more debt means a smaller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emi_sign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65" y="1554480"/>
            <a:ext cx="1041316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 its own, each ₹1,000 of existing EMI goes with +0.6% bigger requests, only because richer people carry bigger EMIs. Comparing like with like: −1.2%.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Three of four dashboard beliefs do not survive a like-for-like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235871"/>
                <a:gridCol w="416040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Belief from the dashboard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On its own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At the same income, EMIs, purpose…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Metro customers ask for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 (Tier-3 about 31% lower)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Older customers ask for more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 (+1.3% per year)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Customers with more EMIs ask for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 (+0.6% per ₹1k)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Opposite (−1.2% per ₹1k)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Better scores, bigger requests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Small effect (≈ +5% per 50 points)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City tier and age were stand-ins for income. Using them in offer tiers adds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Loan purpose: one of the strongest and cheapest signals we have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4_purpos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93" y="1554480"/>
            <a:ext cx="842470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Comparisons are with debt consolidation, for customers with the same income, debts and job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Self-employed customers' requests rise faster with income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3_interaction_income_em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21" y="1554480"/>
            <a:ext cx="6724252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One income rule for everyone under-offers high-earning self-employed customers and over-offers low-earning 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Same income, very different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9095"/>
                <a:gridCol w="2218883"/>
                <a:gridCol w="3106436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Customer (all earn ₹60k/month)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Typical request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Most ask between (80%)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Salaried, ₹60k income, ₹5k EMI, debt consolidation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₹70,000 – ₹170,000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Self-employed, ₹60k income, ₹5k EMI, wedding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₹180,000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₹110,000 – ₹280,000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Salaried, ₹60k income, ₹20k EMI,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₹40,000 – ₹110,000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An income-only rule would offer these three customers the same amount.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Better forecasts for Finance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47% → 69%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requests explained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Tested on applications the model never saw.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×3.2 → ×2.5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width of 80% range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High end ÷ low end of the 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~80%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range reliability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The range still contains ~80% of actual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Redesign offer tiers</a:t>
            </a:r>
            <a:r>
              <a:rPr sz="2000" b="0">
                <a:solidFill>
                  <a:srgbClr val="1A1A1A"/>
                </a:solidFill>
                <a:latin typeface="Calibri"/>
              </a:rPr>
              <a:t> on income, existing-EMI headroom, loan purpose and job type.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Drop city tier and age</a:t>
            </a:r>
            <a:r>
              <a:rPr sz="2000" b="0">
                <a:solidFill>
                  <a:srgbClr val="1A1A1A"/>
                </a:solidFill>
                <a:latin typeface="Calibri"/>
              </a:rPr>
              <a:t> as tiering variables.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Retire 'credit-hungry' targeting.</a:t>
            </a:r>
            <a:r>
              <a:rPr sz="2000" b="0">
                <a:solidFill>
                  <a:srgbClr val="1A1A1A"/>
                </a:solidFill>
                <a:latin typeface="Calibri"/>
              </a:rPr>
              <a:t> At the same income, indebted customers want less.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Use the multi-driver model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Finance's disbursement forecast.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loan tenure out</a:t>
            </a:r>
            <a:r>
              <a:rPr sz="2000" b="0">
                <a:solidFill>
                  <a:srgbClr val="1A1A1A"/>
                </a:solidFill>
                <a:latin typeface="Calibri"/>
              </a:rPr>
              <a:t> of these models. It is chosen together with the amount and would mislead.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Decision: approve the tier redesign using these drivers.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07 · What drives the loan amount customers request?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Associations, not causes.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Only variables we observe.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Requested amounts, not approved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Model approved amounts and the requested–approved gap.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Check new bureau variables for overlap (multicollinearity).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Re-validate on next quarter's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