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Does Cashback Cut Churn by Two Thirds?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Association, selection and what a randomised pilot says · Cards retention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20,000 self-selected customers and a randomised pilot of 16,000.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19-point gap is mostly who signs up, not what cashback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Enrolled customers churn 7% against 26%</a:t>
            </a:r>
            <a:r>
              <a:rPr sz="1600" b="0">
                <a:solidFill>
                  <a:srgbClr val="1A1A1A"/>
                </a:solidFill>
                <a:latin typeface="Calibri"/>
              </a:rPr>
              <a:t>, a −19.4-point gap. That is an association, not an effect.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Enrolled customers were already different:</a:t>
            </a:r>
            <a:r>
              <a:rPr sz="1600" b="0">
                <a:solidFill>
                  <a:srgbClr val="1A1A1A"/>
                </a:solidFill>
                <a:latin typeface="Calibri"/>
              </a:rPr>
              <a:t> more engaged, spending more, with a rising spend trend. Adjusting for what we can see cuts the gap to −7.0 points and weighting to −6.2.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randomised pilot says:</a:t>
            </a:r>
            <a:r>
              <a:rPr sz="1600" b="0">
                <a:solidFill>
                  <a:srgbClr val="1A1A1A"/>
                </a:solidFill>
                <a:latin typeface="Calibri"/>
              </a:rPr>
              <a:t> offering cashback cuts churn by 2.3 points, and enrolling by about 4 points (CI 2 to 6).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At current costs, break-even needs 7.5 points,</a:t>
            </a:r>
            <a:r>
              <a:rPr sz="1600" b="0">
                <a:solidFill>
                  <a:srgbClr val="1A1A1A"/>
                </a:solidFill>
                <a:latin typeface="Calibri"/>
              </a:rPr>
              <a:t> so cashback loses money on the real effect and only looks profitable on the naive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do not push cashback to the whole base; keep it voluntary and test cheaper variants with a randomised offer.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Who signs up? Engaged customers, before they ever enrol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00" y="1554480"/>
            <a:ext cx="835609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Enrolled customers differ strongly on logins, spend and spend trend. In the randomised pilot those differences disappear.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Adjusting for what we can see: the estimate shrinks, then stalls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886"/>
                <a:gridCol w="3060528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we compared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Churn effect (pp)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Enrolled vs not (no controls)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−19.4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+ tenure, income, complaints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−16.1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+ spend and logins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+ spend trend before decision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−7.0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Propensity weighting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Every row has a narrow confidence interval, and none of them contains the true effect. Adjustment cannot remove what we cannot measure.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Overlap: the customers most likely to enrol have few look-alikes among non-enrolled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propensity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565" y="1554480"/>
            <a:ext cx="836456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Weighting balances measured variables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the randomised pilot says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−2.3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Effect of the OFFER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95% CI −3.4 to −1.1; whole offered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55.8%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Take-up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share of offered customers who enrolled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−4.1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Effect of ENROLLING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95% CI −6.1 to −2.0; offer effect ÷ take-up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−13.7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Invalid in-pilot comparison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enrolled vs not: selection again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Only the first, second and third numbers are protected by the lottery.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Which estimates bracket the truth? Only 2 of 8 adjusted or pilot intervals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3_estimates_vs_tr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474" y="1554480"/>
            <a:ext cx="8212747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True effect among enrolled customers: −4.3 points. The pilot's complier estimate contains it; the adjusted estimates miss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strong would a hidden factor have to be?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naive result would need a hidden factor with a risk ratio of about </a:t>
            </a:r>
            <a:r>
              <a:rPr sz="1800" b="1">
                <a:solidFill>
                  <a:srgbClr val="1A1A1A"/>
                </a:solidFill>
                <a:latin typeface="Calibri"/>
              </a:rPr>
              <a:t>7</a:t>
            </a:r>
            <a:r>
              <a:rPr sz="1800" b="0">
                <a:solidFill>
                  <a:srgbClr val="1A1A1A"/>
                </a:solidFill>
                <a:latin typeface="Calibri"/>
              </a:rPr>
              <a:t> with both enrolment and churn.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adjusted result would need only about </a:t>
            </a:r>
            <a:r>
              <a:rPr sz="1800" b="1">
                <a:solidFill>
                  <a:srgbClr val="1A1A1A"/>
                </a:solidFill>
                <a:latin typeface="Calibri"/>
              </a:rPr>
              <a:t>3.4</a:t>
            </a:r>
            <a:r>
              <a:rPr sz="18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Engagement and intention to leave plausibly clear that bar: spend trend alone differs by more than a full standard deviation between enrolled and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E-value measures how much hidden bias a claim must survive. It does not remove the bias.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wrong estimate flips the decision (assumes ₹450 cost, ₹6,000 per churner, break-even 7.5 points)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4594"/>
                <a:gridCol w="2610450"/>
                <a:gridCol w="3589369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Churn reduction (pp)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Net per enrolled customer (₹)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Marketing's naive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Pilot complier effect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4.1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−205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Truth (answer 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Costs and margins are assumptions for Finance. On the real effect cashback does not pay at today's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move retention budget into cashback</a:t>
            </a:r>
            <a:r>
              <a:rPr sz="2000" b="0">
                <a:solidFill>
                  <a:srgbClr val="1A1A1A"/>
                </a:solidFill>
                <a:latin typeface="Calibri"/>
              </a:rPr>
              <a:t> on the observational numbers.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it voluntary</a:t>
            </a:r>
            <a:r>
              <a:rPr sz="2000" b="0">
                <a:solidFill>
                  <a:srgbClr val="1A1A1A"/>
                </a:solidFill>
                <a:latin typeface="Calibri"/>
              </a:rPr>
              <a:t> and cut the cost per customer or find a cheaper design.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Randomise the offer</a:t>
            </a:r>
            <a:r>
              <a:rPr sz="2000" b="0">
                <a:solidFill>
                  <a:srgbClr val="1A1A1A"/>
                </a:solidFill>
                <a:latin typeface="Calibri"/>
              </a:rPr>
              <a:t> in any further test or rollout, with a holdout.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Describe results precisely:</a:t>
            </a:r>
            <a:r>
              <a:rPr sz="2000" b="0">
                <a:solidFill>
                  <a:srgbClr val="1A1A1A"/>
                </a:solidFill>
                <a:latin typeface="Calibri"/>
              </a:rPr>
              <a:t> 'associated with' for the observational gap, 'reduces' only for the pilot.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Look for who benefits</a:t>
            </a:r>
            <a:r>
              <a:rPr sz="2000" b="0">
                <a:solidFill>
                  <a:srgbClr val="1A1A1A"/>
                </a:solidFill>
                <a:latin typeface="Calibri"/>
              </a:rPr>
              <a:t> with a larger, segmented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a randomised follow-up test of cheaper cashback levels.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21 · Does cashback reduce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Costs and margins are assumptions.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The complier effect covers customers who enrol when offered.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12-month follow-up only.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Synthetic data with a known hidden confounder.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Multi-level cashback test.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Heterogeneous effects from the pilot.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Permanent holdout group.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Quasi-experimental designs where randomising is impossible.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