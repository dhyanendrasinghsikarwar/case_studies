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Who Is About to Leave, and Whom Should We Call?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Savings-account churn model and retention call list · Retail Liabilities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12,000 savings customers; churn measured over the following 6 months.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28% of next half-year's churners are in the top 8% of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10.5% of savings customers leave within 6 months.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Complaints matter most:</a:t>
            </a:r>
            <a:r>
              <a:rPr sz="1600" b="0">
                <a:solidFill>
                  <a:srgbClr val="1A1A1A"/>
                </a:solidFill>
                <a:latin typeface="Calibri"/>
              </a:rPr>
              <a:t> two or more complaints add about </a:t>
            </a:r>
            <a:r>
              <a:rPr sz="1600" b="1">
                <a:solidFill>
                  <a:srgbClr val="1A1A1A"/>
                </a:solidFill>
                <a:latin typeface="Calibri"/>
              </a:rPr>
              <a:t>20 percentage points</a:t>
            </a:r>
            <a:r>
              <a:rPr sz="1600" b="0">
                <a:solidFill>
                  <a:srgbClr val="1A1A1A"/>
                </a:solidFill>
                <a:latin typeface="Calibri"/>
              </a:rPr>
              <a:t> of churn risk; one adds about 8.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Salary accounts, more products and a credit card protect:</a:t>
            </a:r>
            <a:r>
              <a:rPr sz="1600" b="0">
                <a:solidFill>
                  <a:srgbClr val="1A1A1A"/>
                </a:solidFill>
                <a:latin typeface="Calibri"/>
              </a:rPr>
              <a:t> about −8, −3 and −2 points.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New customers and customers whose balances are falling</a:t>
            </a:r>
            <a:r>
              <a:rPr sz="1600" b="0">
                <a:solidFill>
                  <a:srgbClr val="1A1A1A"/>
                </a:solidFill>
                <a:latin typeface="Calibri"/>
              </a:rPr>
              <a:t> are the early-warning groups. Region does not matter.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Calling the top 1,000</a:t>
            </a:r>
            <a:r>
              <a:rPr sz="1600" b="0">
                <a:solidFill>
                  <a:srgbClr val="1A1A1A"/>
                </a:solidFill>
                <a:latin typeface="Calibri"/>
              </a:rPr>
              <a:t> reaches 353 churners (28% of all) and is worth about </a:t>
            </a:r>
            <a:r>
              <a:rPr sz="1600" b="1">
                <a:solidFill>
                  <a:srgbClr val="1A1A1A"/>
                </a:solidFill>
                <a:latin typeface="Calibri"/>
              </a:rPr>
              <a:t>₹8.8 lakh</a:t>
            </a:r>
            <a:r>
              <a:rPr sz="1600" b="0">
                <a:solidFill>
                  <a:srgbClr val="1A1A1A"/>
                </a:solidFill>
                <a:latin typeface="Calibri"/>
              </a:rPr>
              <a:t>, if the offer works as assumed.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score monthly, call the top 1,000, and test the offer properly before scaling.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Churn by customer characteristic, one at a time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pic>
        <p:nvPicPr>
          <p:cNvPr id="6" name="Picture 5" descr="fig01_churn_by_vari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933" y="1554480"/>
            <a:ext cx="7233828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These raw views mix effects together; the model separates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Is 'complaints make customers three times more likely to leave' right?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3" cy="1645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2054521"/>
                <a:gridCol w="2876329"/>
                <a:gridCol w="2465425"/>
              </a:tblGrid>
              <a:tr h="4114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Complaints in last 6 months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Churn rate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Compared with none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Extra risk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None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One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16.8%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1.9× as likely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+8 points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Two or more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28.7%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3.3× as likely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+20 points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True for repeat complainants, not for one complaint. Beware: model 'odds ratios' are not 'times as likely' (for two or more complaints the odds ratio is 4.9).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What each factor does to the churn probability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4_marginal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848" y="1554480"/>
            <a:ext cx="10731999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same complaint adds a few points for a loyal customer and far more for a new customer with a falling balance.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Can we trust the probabilities? Yes: tested on 3,000 customers the model never saw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5_roc_cali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413" y="1554480"/>
            <a:ext cx="9634869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Ranking quality (AUC) 0.75; predicted and actual churn agree closely across risk deciles (10.9% predicted vs 10.5% actual).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When is a retention call worth making?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14.3%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break-even churn probability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₹600 offer ÷ (35% success × ₹12,000 value)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2,807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customers above break-even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More than the call centre can handle.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796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1,000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calls available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So call the highest-risk customers first.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usual 'above 50%' rule would call only 86 customers and miss most of the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Who to call: the model's top 1,000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45920"/>
          <a:ext cx="11094412" cy="1645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34332"/>
                <a:gridCol w="2824032"/>
                <a:gridCol w="1815449"/>
                <a:gridCol w="2420599"/>
              </a:tblGrid>
              <a:tr h="411479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Call strategy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Churners reached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Hit rate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Net value</a:t>
                      </a:r>
                    </a:p>
                  </a:txBody>
                  <a:tcPr>
                    <a:solidFill>
                      <a:srgbClr val="142B4C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Top 1,000 by predicted risk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353 (28%)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35%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+₹8.8 lakh</a:t>
                      </a:r>
                    </a:p>
                  </a:txBody>
                  <a:tcPr>
                    <a:solidFill>
                      <a:srgbClr val="EEF4FC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Everyone above 50%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52 (4%)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60%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+₹1.7 lakh</a:t>
                      </a:r>
                    </a:p>
                  </a:txBody>
                  <a:tcPr>
                    <a:solidFill>
                      <a:srgbClr val="F5F5F3"/>
                    </a:solidFill>
                  </a:tcPr>
                </a:tc>
              </a:tr>
              <a:tr h="411479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1A1A1A"/>
                          </a:solidFill>
                          <a:latin typeface="Calibri"/>
                        </a:rPr>
                        <a:t>1,000 random customers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118 (9%)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1A1A1A"/>
                          </a:solidFill>
                          <a:latin typeface="Calibri"/>
                        </a:rPr>
                        <a:t>−₹1.0 lakh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Based on the assumed 35% offer success rate and ₹12,000 customer value; both should be tested.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Calling more customers adds value up to the break-even point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6_gains_and_va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15" y="1554480"/>
            <a:ext cx="1039906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The top 1,000 hold 28% of all churners. Extra capacity would pay off up to about 2,807 calls.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Score customers monthly and call the top 1,000</a:t>
            </a:r>
            <a:r>
              <a:rPr sz="2000" b="0">
                <a:solidFill>
                  <a:srgbClr val="1A1A1A"/>
                </a:solidFill>
                <a:latin typeface="Calibri"/>
              </a:rPr>
              <a:t> (all above the 14.3% break-even).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Run the offer as a randomised test for two months:</a:t>
            </a:r>
            <a:r>
              <a:rPr sz="2000" b="0">
                <a:solidFill>
                  <a:srgbClr val="1A1A1A"/>
                </a:solidFill>
                <a:latin typeface="Calibri"/>
              </a:rPr>
              <a:t> call half of the top group, not the other half, and measure the real success rate.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Escalate repeat complaints:</a:t>
            </a:r>
            <a:r>
              <a:rPr sz="2000" b="0">
                <a:solidFill>
                  <a:srgbClr val="1A1A1A"/>
                </a:solidFill>
                <a:latin typeface="Calibri"/>
              </a:rPr>
              <a:t> two or more complaints is the strongest single warning sign.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Watch new customers and falling balances</a:t>
            </a:r>
            <a:r>
              <a:rPr sz="2000" b="0">
                <a:solidFill>
                  <a:srgbClr val="1A1A1A"/>
                </a:solidFill>
                <a:latin typeface="Calibri"/>
              </a:rPr>
              <a:t> as early-warning triggers.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Report effects in percentage points</a:t>
            </a:r>
            <a:r>
              <a:rPr sz="2000" b="0">
                <a:solidFill>
                  <a:srgbClr val="1A1A1A"/>
                </a:solidFill>
                <a:latin typeface="Calibri"/>
              </a:rPr>
              <a:t>, not odds ratios.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 needed: approve the call list and the two-month offer test.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11 · Which customers are about to churn?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Shows who is at risk, not whom a call will keep.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Offer success (35%) and customer value (₹12,000) are assumptions.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One cohort; must be re-validated on new data.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Randomised offer test, then an uplift model.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Check whether salary-account customers react less to complaints (suggestive, unproven).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Monitor calibration monthly.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