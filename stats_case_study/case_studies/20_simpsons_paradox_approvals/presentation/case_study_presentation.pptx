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Did the New Approval Policy Reduce Approvals?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Why overall approval fell while every risk band improved · Credit Policy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27,000 personal-loan applications, before and after the April policy change.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overall approval fell, but only because riskier applicants arrived; the policy is more generous at every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Overall approval fell 3.9 points</a:t>
            </a:r>
            <a:r>
              <a:rPr sz="1600" b="0">
                <a:solidFill>
                  <a:srgbClr val="1A1A1A"/>
                </a:solidFill>
                <a:latin typeface="Calibri"/>
              </a:rPr>
              <a:t> (69.6% → 65.7%).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Within every risk band it rose by 5–6 points.</a:t>
            </a:r>
            <a:r>
              <a:rPr sz="1600" b="0">
                <a:solidFill>
                  <a:srgbClr val="1A1A1A"/>
                </a:solidFill>
                <a:latin typeface="Calibri"/>
              </a:rPr>
              <a:t> This is Simpson's paradox.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Why:</a:t>
            </a:r>
            <a:r>
              <a:rPr sz="1600" b="0">
                <a:solidFill>
                  <a:srgbClr val="1A1A1A"/>
                </a:solidFill>
                <a:latin typeface="Calibri"/>
              </a:rPr>
              <a:t> the share of applicants in the two riskiest bands rose from 24% to 40%. The change splits exactly into </a:t>
            </a:r>
            <a:r>
              <a:rPr sz="1600" b="1">
                <a:solidFill>
                  <a:srgbClr val="1A1A1A"/>
                </a:solidFill>
                <a:latin typeface="Calibri"/>
              </a:rPr>
              <a:t>+5.6 points from the policy</a:t>
            </a:r>
            <a:r>
              <a:rPr sz="1600" b="0">
                <a:solidFill>
                  <a:srgbClr val="1A1A1A"/>
                </a:solidFill>
                <a:latin typeface="Calibri"/>
              </a:rPr>
              <a:t> and </a:t>
            </a:r>
            <a:r>
              <a:rPr sz="1600" b="1">
                <a:solidFill>
                  <a:srgbClr val="1A1A1A"/>
                </a:solidFill>
                <a:latin typeface="Calibri"/>
              </a:rPr>
              <a:t>−9.5 points from who applied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cause is the new agent channel</a:t>
            </a:r>
            <a:r>
              <a:rPr sz="1600" b="0">
                <a:solidFill>
                  <a:srgbClr val="1A1A1A"/>
                </a:solidFill>
                <a:latin typeface="Calibri"/>
              </a:rPr>
              <a:t> (11% → 45% of applications). The risk mix within each channel did not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do not roll back the policy; report approval by risk band and standardised, and monitor defaults.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paradox: down overall, up in every risk band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the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2688"/>
            <a:ext cx="11094415" cy="36783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Left: approval before and after. Right: the change by band (green) and overall (red).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Why: a riskier applicant mix hides the policy's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mix_and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8444"/>
            <a:ext cx="11094415" cy="34268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Overall change −3.9 points = policy effect +5.6 + mix effect −9.5.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changed the mix: the agent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3_channel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8206"/>
            <a:ext cx="11094415" cy="36273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Agent applicants are mostly in the two riskiest bands. Within each channel, risk did not shift.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Fair comparisons all agree: the policy raised approvals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799"/>
                <a:gridCol w="3486816"/>
                <a:gridCol w="3803799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Raw overall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−3.9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Policy + who 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At the before-policy mix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+5.6 points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The policy, same applicants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At the after-policy mix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+5.6 points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The policy, same applicants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Mantel-Haenszel odds ratio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1.45 (95% CI 1.36–1.54)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The policy, band by band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Standardised difference: +5.6 points (95% CI +4.6 to +6.4).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Which comparison is right depends on the causal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4_causal_s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5245"/>
            <a:ext cx="11094415" cy="36732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Our data fit story A: the campaign, not the policy, changed who applies. Timing and process knowledge confirm this, not statistics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this analysis does not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Whether the extra approvals are good.</a:t>
            </a:r>
            <a:r>
              <a:rPr sz="2000" b="0">
                <a:solidFill>
                  <a:srgbClr val="1A1A1A"/>
                </a:solidFill>
                <a:latin typeface="Calibri"/>
              </a:rPr>
              <a:t> We have not looked at defaults yet.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Whether anything else changed</a:t>
            </a:r>
            <a:r>
              <a:rPr sz="2000" b="0">
                <a:solidFill>
                  <a:srgbClr val="1A1A1A"/>
                </a:solidFill>
                <a:latin typeface="Calibri"/>
              </a:rPr>
              <a:t> between the two periods (seasonality, other campaigns). There is no control group.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Whether finer risk groups would change the picture.</a:t>
            </a:r>
            <a:r>
              <a:rPr sz="2000" b="0">
                <a:solidFill>
                  <a:srgbClr val="1A1A1A"/>
                </a:solidFill>
                <a:latin typeface="Calibri"/>
              </a:rPr>
              <a:t> Four bands are coarse.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Effects on the total portfolio.</a:t>
            </a:r>
            <a:r>
              <a:rPr sz="2000" b="0">
                <a:solidFill>
                  <a:srgbClr val="1A1A1A"/>
                </a:solidFill>
                <a:latin typeface="Calibri"/>
              </a:rPr>
              <a:t> The agent campaign made the book riskier regardless of the policy.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Adjusting for measured bands removes the mix effect, but not unmeasured time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roll back the policy.</a:t>
            </a:r>
            <a:r>
              <a:rPr sz="2000" b="0">
                <a:solidFill>
                  <a:srgbClr val="1A1A1A"/>
                </a:solidFill>
                <a:latin typeface="Calibri"/>
              </a:rPr>
              <a:t> At every risk level it is more generous, as intended.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approval by risk band and standardised to a fixed mix</a:t>
            </a:r>
            <a:r>
              <a:rPr sz="2000" b="0">
                <a:solidFill>
                  <a:srgbClr val="1A1A1A"/>
                </a:solidFill>
                <a:latin typeface="Calibri"/>
              </a:rPr>
              <a:t> every quarter, next to the overall rate.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Brief the Chief Risk Officer with the decomposition:</a:t>
            </a:r>
            <a:r>
              <a:rPr sz="2000" b="0">
                <a:solidFill>
                  <a:srgbClr val="1A1A1A"/>
                </a:solidFill>
                <a:latin typeface="Calibri"/>
              </a:rPr>
              <a:t> about +5.6 points from policy, −9.5 from who applied.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Monitor default rates by channel and band</a:t>
            </a:r>
            <a:r>
              <a:rPr sz="2000" b="0">
                <a:solidFill>
                  <a:srgbClr val="1A1A1A"/>
                </a:solidFill>
                <a:latin typeface="Calibri"/>
              </a:rPr>
              <a:t> to judge the extra approvals.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Run the next policy change as a staged roll-out</a:t>
            </a:r>
            <a:r>
              <a:rPr sz="2000" b="0">
                <a:solidFill>
                  <a:srgbClr val="1A1A1A"/>
                </a:solidFill>
                <a:latin typeface="Calibri"/>
              </a:rPr>
              <a:t> with a comparison group.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reporting change and the default monitor.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20 · Did the new approval policy hurt approval rates?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Before/after comparison without a control group.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Four risk bands only.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No default outcomes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Link approvals to 12-month defaults.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Monthly rate-and-mix dashboard.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Staged or randomised roll-out for the next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