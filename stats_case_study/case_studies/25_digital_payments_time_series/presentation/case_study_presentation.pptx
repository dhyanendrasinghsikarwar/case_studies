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Is 'Last Year Plus 20%' a Good Forecast?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Describing a time series and building an honest baseline · Payments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108 months of synthetic payment-volume history. Synthetic data created for training. Not actual company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growth is slowing, seasonality is stable, and a simple model beats the fancy 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Volume grew from about 20 to 390 million a month, but growth is slowing:</a:t>
            </a:r>
            <a:r>
              <a:rPr sz="1600" b="0">
                <a:solidFill>
                  <a:srgbClr val="1A1A1A"/>
                </a:solidFill>
                <a:latin typeface="Calibri"/>
              </a:rPr>
              <a:t> trend growth fell from 52% to 19% a year.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Seasonality is stable:</a:t>
            </a:r>
            <a:r>
              <a:rPr sz="1600" b="0">
                <a:solidFill>
                  <a:srgbClr val="1A1A1A"/>
                </a:solidFill>
                <a:latin typeface="Calibri"/>
              </a:rPr>
              <a:t> October runs 9% above an average month, February 13% below (a short month).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Best baseline: trend plus seasonal-dummy regression</a:t>
            </a:r>
            <a:r>
              <a:rPr sz="1600" b="0">
                <a:solidFill>
                  <a:srgbClr val="1A1A1A"/>
                </a:solidFill>
                <a:latin typeface="Calibri"/>
              </a:rPr>
              <a:t> (rolling MAPE 4.2%). SARIMA was much worse (9.8%, biased high); seasonal naive 21%.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20% rule gave 4,880 million for 2025</a:t>
            </a:r>
            <a:r>
              <a:rPr sz="1600" b="0">
                <a:solidFill>
                  <a:srgbClr val="1A1A1A"/>
                </a:solidFill>
                <a:latin typeface="Calibri"/>
              </a:rPr>
              <a:t>, within 1.2% of the 4,822 actual, but it has no way to reflect slowing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use a model-based baseline with an interval, and a growth scenario range instead of one percentage.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history: a slowing exponential trend, a COVID dip and a one-month outage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0317"/>
            <a:ext cx="11094415" cy="34830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 the log scale growth is close to a straight line that flattens. Shaded: April to July 2020.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Trend, seasonal pattern and remainder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692" y="1554480"/>
            <a:ext cx="459831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seasonal pattern repeats each year; the remainder is small except for 2020 and March 2023.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Growth is not 20%: it fell every year after the 2021 rebound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3_rolling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3471"/>
            <a:ext cx="11094415" cy="35767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Calendar-year growth: 57%, 50%, 46%, 29% (COVID), 51%, 27%, 27%, 24%.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 ordinary statistics fail: autocorrelation after differencing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4_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7869"/>
            <a:ext cx="11094415" cy="29479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raw series is non-stationary (ADF p = 1.00). After first and seasonal differencing it is stationary (p = 0.0002). Months next to each other are correlated, so split by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Rolling-origin test: forecasting 12 months ahead from 9 different starting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9110"/>
                <a:gridCol w="2017166"/>
                <a:gridCol w="1680971"/>
                <a:gridCol w="2017166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MAPE (%)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MASE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Bias (%)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Trend + season regression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+1.4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Holt-Winters (damped)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−1.3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Seasonal naive +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SARIMA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+8.0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Seasonal naive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−21.4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MASE below 1 beats the seasonal naive forecast made on the history. Seasonal naive ignores growth and loses badly.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Forecast for the next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6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73" y="1554480"/>
            <a:ext cx="1003234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Forecast totals for the year range from 4,827 million (regression) to 5,331 million (SARIMA). The 20% rule gives 4,880.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happened in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7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66" y="1554480"/>
            <a:ext cx="10016763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Actual +18.6%. Regression +0.1% on the total, SARIMA +10.6%. The SARIMA interval contained every month, but it was wide and biased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Grading against the revealed 2025 actuals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2936756"/>
                <a:gridCol w="261045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2025 total error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Monthly MAPE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Seasonal naive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−15.7%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15.6%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Seasonal naive +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Holt-Winters (damped)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Trend + season regression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Last year + 20%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ranking from the backtests held in the real unseen year. A wide interval that contains the truth is not an accurate forecast.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Plan on a trend-plus-seasonal baseline with its 95% interval;</a:t>
            </a:r>
            <a:r>
              <a:rPr sz="2000" b="0">
                <a:solidFill>
                  <a:srgbClr val="1A1A1A"/>
                </a:solidFill>
                <a:latin typeface="Calibri"/>
              </a:rPr>
              <a:t> expect about 4% typical monthly error.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Staff for the October-December peak and the February trough.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Replace 'last year + 20%' with scenarios</a:t>
            </a:r>
            <a:r>
              <a:rPr sz="2000" b="0">
                <a:solidFill>
                  <a:srgbClr val="1A1A1A"/>
                </a:solidFill>
                <a:latin typeface="Calibri"/>
              </a:rPr>
              <a:t> (for example 12%, 18%, 24% growth).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Treat outages and pandemics as scenarios,</a:t>
            </a:r>
            <a:r>
              <a:rPr sz="2000" b="0">
                <a:solidFill>
                  <a:srgbClr val="1A1A1A"/>
                </a:solidFill>
                <a:latin typeface="Calibri"/>
              </a:rPr>
              <a:t> not trend.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Backtest every new model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rolling origins and compare it with the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adopt the baseline model and quarterly review for the capacity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25 · Monthly digital-payments volume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Nine usable years of seasonality.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Rolling windows overlap, so backtests are not independent.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Synthetic data with a simple, known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Add explanatory drivers.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Forecast by channel and reconcile to the total.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Build explicit shock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