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Personal-Loan Email Campaign: What Did It Really Deliver?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Campaign read-out for Marketing leadership · Marketing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80,000 eligible customers, 15% randomly held out; plus a 360-customer RM-call pilot.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email works and pays, but the effect is about +23%, not 3×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email increased conversion:</a:t>
            </a:r>
            <a:r>
              <a:rPr sz="1800" b="0">
                <a:solidFill>
                  <a:srgbClr val="1A1A1A"/>
                </a:solidFill>
                <a:latin typeface="Calibri"/>
              </a:rPr>
              <a:t> 2.23% vs 1.81% for customers who got no email, a gain of </a:t>
            </a:r>
            <a:r>
              <a:rPr sz="1800" b="1">
                <a:solidFill>
                  <a:srgbClr val="1A1A1A"/>
                </a:solidFill>
                <a:latin typeface="Calibri"/>
              </a:rPr>
              <a:t>0.42 points (+23%)</a:t>
            </a:r>
            <a:r>
              <a:rPr sz="18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That is about </a:t>
            </a:r>
            <a:r>
              <a:rPr sz="1800" b="1">
                <a:solidFill>
                  <a:srgbClr val="1A1A1A"/>
                </a:solidFill>
                <a:latin typeface="Calibri"/>
              </a:rPr>
              <a:t>1 extra loan per 238 emails</a:t>
            </a:r>
            <a:r>
              <a:rPr sz="1800" b="0">
                <a:solidFill>
                  <a:srgbClr val="1A1A1A"/>
                </a:solidFill>
                <a:latin typeface="Calibri"/>
              </a:rPr>
              <a:t>, roughly </a:t>
            </a:r>
            <a:r>
              <a:rPr sz="1800" b="1">
                <a:solidFill>
                  <a:srgbClr val="1A1A1A"/>
                </a:solidFill>
                <a:latin typeface="Calibri"/>
              </a:rPr>
              <a:t>286 extra loans</a:t>
            </a:r>
            <a:r>
              <a:rPr sz="1800" b="0">
                <a:solidFill>
                  <a:srgbClr val="1A1A1A"/>
                </a:solidFill>
                <a:latin typeface="Calibri"/>
              </a:rPr>
              <a:t> in total.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It pays:</a:t>
            </a:r>
            <a:r>
              <a:rPr sz="1800" b="0">
                <a:solidFill>
                  <a:srgbClr val="1A1A1A"/>
                </a:solidFill>
                <a:latin typeface="Calibri"/>
              </a:rPr>
              <a:t> about </a:t>
            </a:r>
            <a:r>
              <a:rPr sz="1800" b="1">
                <a:solidFill>
                  <a:srgbClr val="1A1A1A"/>
                </a:solidFill>
                <a:latin typeface="Calibri"/>
              </a:rPr>
              <a:t>₹24 lakh</a:t>
            </a:r>
            <a:r>
              <a:rPr sz="1800" b="0">
                <a:solidFill>
                  <a:srgbClr val="1A1A1A"/>
                </a:solidFill>
                <a:latin typeface="Calibri"/>
              </a:rPr>
              <a:t> net (likely ₹7–39 lakh). Emails are cheap, so a small lift is enough.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'3× for openers' figure is misleading.</a:t>
            </a:r>
            <a:r>
              <a:rPr sz="1800" b="0">
                <a:solidFill>
                  <a:srgbClr val="1A1A1A"/>
                </a:solidFill>
                <a:latin typeface="Calibri"/>
              </a:rPr>
              <a:t> People who open emails are engaged customers who borrow more anyway.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RM-call pilot is too small to judge</a:t>
            </a:r>
            <a:r>
              <a:rPr sz="1800" b="0">
                <a:solidFill>
                  <a:srgbClr val="1A1A1A"/>
                </a:solidFill>
                <a:latin typeface="Calibri"/>
              </a:rPr>
              <a:t>: promising, but not proven.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repeat the campaign with a holdout every time; do not double the budget on the '3×' figure.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Two questions from Marketing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What Marketing asked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Did the email campaign increase personal-loan take-up?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Openers converted ~3× more: should we double the email budget?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Should we scale the relationship-manager (RM) call pilot?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Why we could answer properly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15% of eligible customers were </a:t>
            </a:r>
            <a:r>
              <a:rPr sz="1700" b="1">
                <a:solidFill>
                  <a:srgbClr val="1A1A1A"/>
                </a:solidFill>
                <a:latin typeface="Calibri"/>
              </a:rPr>
              <a:t>randomly</a:t>
            </a:r>
            <a:r>
              <a:rPr sz="1700" b="0">
                <a:solidFill>
                  <a:srgbClr val="1A1A1A"/>
                </a:solidFill>
                <a:latin typeface="Calibri"/>
              </a:rPr>
              <a:t> held back from the email.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Random selection makes the two groups alike in every way except the email.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So the difference between them measures what the email </a:t>
            </a:r>
            <a:r>
              <a:rPr sz="1700" b="1">
                <a:solidFill>
                  <a:srgbClr val="1A1A1A"/>
                </a:solidFill>
                <a:latin typeface="Calibri"/>
              </a:rPr>
              <a:t>caused</a:t>
            </a:r>
            <a:r>
              <a:rPr sz="17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holdout group is the most valuable part of the campaign design: without it, we could not measure the effect.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Comparing openers with non-openers exaggerates the effect; the random holdout gives the true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1_wrong_vs_righ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4702"/>
            <a:ext cx="7100425" cy="26829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69105" y="1645920"/>
            <a:ext cx="367395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Left:</a:t>
            </a:r>
            <a:r>
              <a:rPr sz="1600" b="0">
                <a:solidFill>
                  <a:srgbClr val="1A1A1A"/>
                </a:solidFill>
                <a:latin typeface="Calibri"/>
              </a:rPr>
              <a:t> openers vs non-openers, about 3×. But customers chose whether to open.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Right:</a:t>
            </a:r>
            <a:r>
              <a:rPr sz="1600" b="0">
                <a:solidFill>
                  <a:srgbClr val="1A1A1A"/>
                </a:solidFill>
                <a:latin typeface="Calibri"/>
              </a:rPr>
              <a:t> email vs random holdout: </a:t>
            </a:r>
            <a:r>
              <a:rPr sz="1600" b="1">
                <a:solidFill>
                  <a:srgbClr val="1A1A1A"/>
                </a:solidFill>
                <a:latin typeface="Calibri"/>
              </a:rPr>
              <a:t>2.23% vs 1.81%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Only the right-hand comparison is fair.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Why openers look so good: engaged customers borrow more even without any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engagement_confo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6276"/>
            <a:ext cx="6656649" cy="3499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5329" y="1645920"/>
            <a:ext cx="411772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In the </a:t>
            </a:r>
            <a:r>
              <a:rPr sz="1600" b="1">
                <a:solidFill>
                  <a:srgbClr val="1A1A1A"/>
                </a:solidFill>
                <a:latin typeface="Calibri"/>
              </a:rPr>
              <a:t>holdout</a:t>
            </a:r>
            <a:r>
              <a:rPr sz="1600" b="0">
                <a:solidFill>
                  <a:srgbClr val="1A1A1A"/>
                </a:solidFill>
                <a:latin typeface="Calibri"/>
              </a:rPr>
              <a:t> (no email), digitally active customers converted ~1.5× more than inactive ones.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Engaged customers both </a:t>
            </a:r>
            <a:r>
              <a:rPr sz="1600" b="1">
                <a:solidFill>
                  <a:srgbClr val="1A1A1A"/>
                </a:solidFill>
                <a:latin typeface="Calibri"/>
              </a:rPr>
              <a:t>open emails</a:t>
            </a:r>
            <a:r>
              <a:rPr sz="1600" b="0">
                <a:solidFill>
                  <a:srgbClr val="1A1A1A"/>
                </a:solidFill>
                <a:latin typeface="Calibri"/>
              </a:rPr>
              <a:t> and </a:t>
            </a:r>
            <a:r>
              <a:rPr sz="1600" b="1">
                <a:solidFill>
                  <a:srgbClr val="1A1A1A"/>
                </a:solidFill>
                <a:latin typeface="Calibri"/>
              </a:rPr>
              <a:t>take loans anyway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The email's real effect on openers: about </a:t>
            </a:r>
            <a:r>
              <a:rPr sz="1600" b="1">
                <a:solidFill>
                  <a:srgbClr val="1A1A1A"/>
                </a:solidFill>
                <a:latin typeface="Calibri"/>
              </a:rPr>
              <a:t>1.3 points</a:t>
            </a:r>
            <a:r>
              <a:rPr sz="1600" b="0">
                <a:solidFill>
                  <a:srgbClr val="1A1A1A"/>
                </a:solidFill>
                <a:latin typeface="Calibri"/>
              </a:rPr>
              <a:t>, not the 2.6-point gap the dashboard shows.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real effect: modest, clearly positive, and causal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+0.42 pts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conversion lift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Likely range +0.14 to +0.67 points.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+23%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relative lift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Likely range +7% to +42%.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~286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extra loans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Likely 98–456, caused by the email.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&lt; 1 in 250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chance of a fluke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If the email did nothing, a gap this big would almost never appear.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Report this as '+0.4 points (+23%)'. Relative lifts sound bigger than they are when the base rate is ~2%.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Even the most pessimistic estimate clears break-even many times 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4_lift_vs_breake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57" y="1554480"/>
            <a:ext cx="8022780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Break-even needs only +0.035 points; the worst plausible lift is about 4× that.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campaign returned about 12× its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468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672"/>
                <a:gridCol w="3235871"/>
                <a:gridCol w="3235871"/>
              </a:tblGrid>
              <a:tr h="4114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Likely range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Emails 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67,978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Campaign cost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₹2.2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Extra loans caused by the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~286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98 – 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Value per extra loan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₹9,000 (Finance)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Net value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₹24 lakh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₹7 – ₹39 lakh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Cheap channel, positive effect, robust profit. The case for repeating the email is strong.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RM-call pilot: an encouraging signal, but far too small to be 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5_rm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3104"/>
            <a:ext cx="6101928" cy="2977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70608" y="1645920"/>
            <a:ext cx="4672447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Called: </a:t>
            </a:r>
            <a:r>
              <a:rPr sz="1600" b="1">
                <a:solidFill>
                  <a:srgbClr val="1A1A1A"/>
                </a:solidFill>
                <a:latin typeface="Calibri"/>
              </a:rPr>
              <a:t>3.3%</a:t>
            </a:r>
            <a:r>
              <a:rPr sz="1600" b="0">
                <a:solidFill>
                  <a:srgbClr val="1A1A1A"/>
                </a:solidFill>
                <a:latin typeface="Calibri"/>
              </a:rPr>
              <a:t> converted; not called: </a:t>
            </a:r>
            <a:r>
              <a:rPr sz="1600" b="1">
                <a:solidFill>
                  <a:srgbClr val="1A1A1A"/>
                </a:solidFill>
                <a:latin typeface="Calibri"/>
              </a:rPr>
              <a:t>0.6%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That is </a:t>
            </a:r>
            <a:r>
              <a:rPr sz="1600" b="1">
                <a:solidFill>
                  <a:srgbClr val="1A1A1A"/>
                </a:solidFill>
                <a:latin typeface="Calibri"/>
              </a:rPr>
              <a:t>6 vs 1 customers</a:t>
            </a:r>
            <a:r>
              <a:rPr sz="1600" b="0">
                <a:solidFill>
                  <a:srgbClr val="1A1A1A"/>
                </a:solidFill>
                <a:latin typeface="Calibri"/>
              </a:rPr>
              <a:t>: too few to separate a real effect from luck.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Plausible effect: anywhere from about </a:t>
            </a:r>
            <a:r>
              <a:rPr sz="1600" b="1">
                <a:solidFill>
                  <a:srgbClr val="1A1A1A"/>
                </a:solidFill>
                <a:latin typeface="Calibri"/>
              </a:rPr>
              <a:t>−0.3 to +6.6 points</a:t>
            </a:r>
            <a:r>
              <a:rPr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'Not proven' ≠ 'doesn't work'. It means 'test properly'.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Run a larger, properly sized pilot before committing RM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we can and cannot say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We can 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The email </a:t>
            </a:r>
            <a:r>
              <a:rPr sz="1700" b="1">
                <a:solidFill>
                  <a:srgbClr val="1A1A1A"/>
                </a:solidFill>
                <a:latin typeface="Calibri"/>
              </a:rPr>
              <a:t>caused</a:t>
            </a:r>
            <a:r>
              <a:rPr sz="1700" b="0">
                <a:solidFill>
                  <a:srgbClr val="1A1A1A"/>
                </a:solidFill>
                <a:latin typeface="Calibri"/>
              </a:rPr>
              <a:t> a modest rise in loan take-up.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The campaign was profitable, even in the pessimistic case.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The 'openers 3×' comparison overstates the effect.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We cannot say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Whether RM calls work: the pilot is too small.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Whether the lift holds for repeated campaigns (fatigue).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How much is truly new business vs loans brought forward a few weeks.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Repeat the email campaign</a:t>
            </a:r>
            <a:r>
              <a:rPr sz="2000" b="0">
                <a:solidFill>
                  <a:srgbClr val="1A1A1A"/>
                </a:solidFill>
                <a:latin typeface="Calibri"/>
              </a:rPr>
              <a:t>, always with a random holdout, so every send is measured.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double the budget</a:t>
            </a:r>
            <a:r>
              <a:rPr sz="2000" b="0">
                <a:solidFill>
                  <a:srgbClr val="1A1A1A"/>
                </a:solidFill>
                <a:latin typeface="Calibri"/>
              </a:rPr>
              <a:t> on the basis of the openers comparison. Test frequency and targeting first.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Fix the dashboard:</a:t>
            </a:r>
            <a:r>
              <a:rPr sz="2000" b="0">
                <a:solidFill>
                  <a:srgbClr val="1A1A1A"/>
                </a:solidFill>
                <a:latin typeface="Calibri"/>
              </a:rPr>
              <a:t> report email vs holdout with a likely range, not openers vs non-openers.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RM calls:</a:t>
            </a:r>
            <a:r>
              <a:rPr sz="2000" b="0">
                <a:solidFill>
                  <a:srgbClr val="1A1A1A"/>
                </a:solidFill>
                <a:latin typeface="Calibri"/>
              </a:rPr>
              <a:t> run a larger pilot (sized in advance) before scaling.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Measure at 60–90 days</a:t>
            </a:r>
            <a:r>
              <a:rPr sz="2000" b="0">
                <a:solidFill>
                  <a:srgbClr val="1A1A1A"/>
                </a:solidFill>
                <a:latin typeface="Calibri"/>
              </a:rPr>
              <a:t> to check how much of the lift is pulled forward.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for Marketing: approve the next send with a holdout; approve a properly sized RM pilot.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03 · Did the email campaign increase conversions?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One campaign, 30-day window.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Loan value and costs are Finance estimates.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Engagement finding not planned in advance.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 repeat could land anywhere from ~+0.15 to ~+0.7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Next send: same design, with holdout.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Targeting test: engaged vs non-engaged customers.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RM pilot sized for a conclusive answer.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60/90-day follow-up on conversions.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