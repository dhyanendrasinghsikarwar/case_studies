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p = 0.0001 and p = 0.25: Which Experiment Should We 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Statistical vs practical significance · Digital Product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Two synthetic A/B tests (a checkout redesign and a fee-waiver offer).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p-values point to exactly the wrong decision on both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 (redesign): p = 0.0001, but the lift is 0.10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 (95% CI 0.05 to 0.15). Break-even is 0.20 points, so the entire interval is below it: </a:t>
            </a:r>
            <a:r>
              <a:rPr sz="1600" b="1">
                <a:solidFill>
                  <a:srgbClr val="1A1A1A"/>
                </a:solidFill>
                <a:latin typeface="Calibri"/>
              </a:rPr>
              <a:t>net value about ₹17 lakh a year lost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B (fee waiver): p = 0.25, but the lift is +2.0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 (95% CI −1.4 to +5.4) against a break-even of 1.3 points. The pilot had only 21% power: a miss was likely even if the offer works.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Probability the offer beats break-even: 65%</a:t>
            </a:r>
            <a:r>
              <a:rPr sz="1600" b="0">
                <a:solidFill>
                  <a:srgbClr val="1A1A1A"/>
                </a:solidFill>
                <a:latin typeface="Calibri"/>
              </a:rPr>
              <a:t> (flat prior), 54% (cautious prior). Buying more data is worth about ₹78 lakh a year more than launching now.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Significant results from small tests exaggerate</a:t>
            </a:r>
            <a:r>
              <a:rPr sz="1600" b="0">
                <a:solidFill>
                  <a:srgbClr val="1A1A1A"/>
                </a:solidFill>
                <a:latin typeface="Calibri"/>
              </a:rPr>
              <a:t>: significant pilots average 4.2 points, about twice the true +2.0.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Decide on the confidence interval against break-even, not on the p-value.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A: a large, clean test finds a tiny lift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experimen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0166"/>
            <a:ext cx="11094415" cy="36433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3 million visitors make a 0.10-point lift statistically clear (p = 0.0001); that is a 2% relative 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vs break-even: the whole interval sits below what the redesign must 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a_vs_breake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5352"/>
            <a:ext cx="11094415" cy="35330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Break-even 0.20 points; the upper CI limit is 0.15. Even in the best case the redesign loses money.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 p-values mislead: the same tiny effect becomes 'significant' with enough visitors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3_pvalue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0126"/>
            <a:ext cx="11094415" cy="37234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Significance tracks sample size; business value tracks effect size relative to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B: the pilot was too small to find even a valuable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4_b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295" y="1554480"/>
            <a:ext cx="800710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non-significant result from a study with 21% power says little. Look at the interval (−1.4 to +5.4 points).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B: what the pilot implies for the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5_b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872" y="1554480"/>
            <a:ext cx="881795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P(lift above break-even) is 65% to 54%: more likely than not worthwhile, far from certain.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Value of information: a follow-up test beats both launching and dropping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57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0082"/>
                <a:gridCol w="4034332"/>
              </a:tblGrid>
              <a:tr h="4114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Expected value (₹ lakh / year)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Launch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Drop now (the p-value advice)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Bigger test, then decide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Perfect information (upper bound)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When the plausible range spans worthless to valuable and the test is cheap, buy the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Significant results in small studies are exaggerated (Type M) and sometimes wrong-signed (Type 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6_type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42" y="1554480"/>
            <a:ext cx="921161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Only 23% of pilots reach p &lt; 0.05; those that do average 4.2 points against a true 2.0.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Grading against the truth: the p-values were wrong twice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2" cy="116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32"/>
                <a:gridCol w="1584916"/>
                <a:gridCol w="1706833"/>
                <a:gridCol w="2438332"/>
                <a:gridCol w="2194499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True lift (pp)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Estimated (pp)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True net value (₹ lakh / yr)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Right call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A: checkout redesign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Do not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B: fee-waiver offer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+120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Test further / launch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CIs compared with break-even pointed the right way both times.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build the checkout redesign:</a:t>
            </a:r>
            <a:r>
              <a:rPr sz="2000" b="0">
                <a:solidFill>
                  <a:srgbClr val="1A1A1A"/>
                </a:solidFill>
                <a:latin typeface="Calibri"/>
              </a:rPr>
              <a:t> the whole CI is below break-even.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Run a follow-up test of the fee waiver</a:t>
            </a:r>
            <a:r>
              <a:rPr sz="2000" b="0">
                <a:solidFill>
                  <a:srgbClr val="1A1A1A"/>
                </a:solidFill>
                <a:latin typeface="Calibri"/>
              </a:rPr>
              <a:t> rather than dropping it: about 7,000 per arm to detect the break-even lift (4,000 per arm detects only 1.8 points).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Define the break-even lift before the test</a:t>
            </a:r>
            <a:r>
              <a:rPr sz="2000" b="0">
                <a:solidFill>
                  <a:srgbClr val="1A1A1A"/>
                </a:solidFill>
                <a:latin typeface="Calibri"/>
              </a:rPr>
              <a:t> and report CIs against it.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power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every non-significant result.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Replicate</a:t>
            </a:r>
            <a:r>
              <a:rPr sz="2000" b="0">
                <a:solidFill>
                  <a:srgbClr val="1A1A1A"/>
                </a:solidFill>
                <a:latin typeface="Calibri"/>
              </a:rPr>
              <a:t> before acting on a significant result from a small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stop A; fund the B follow-up.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22 · Significant but irrelevant, non-significant but promising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Margins, costs and horizon are assumptions from Finance.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Visitor split in A is slightly unbalanced (p = 0.004): investigate.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Lift in A fades after week 1: possible novelty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Repeat A's economics with a range of margins.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Run the B follow-up test.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Add a holdout to measure long-run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