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Catching More Fraud With Fewer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Fraud model and alert policy · Fraud Risk analytics for the Head of Fraud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120,000 card transactions over 4 months (fraud ≈ 0.4%); tested on the most recent month.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a calibrated model, ranked by expected loss, beats our rules within analyst 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12 · Card transaction fraud detection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'99.6% accuracy' means little:</a:t>
            </a:r>
            <a:r>
              <a:rPr sz="1500" b="0">
                <a:solidFill>
                  <a:srgbClr val="1A1A1A"/>
                </a:solidFill>
                <a:latin typeface="Calibri"/>
              </a:rPr>
              <a:t> flagging nothing at all is 99.5% accurate.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Measured properly, the model is much better than our rules:</a:t>
            </a:r>
            <a:r>
              <a:rPr sz="1500" b="0">
                <a:solidFill>
                  <a:srgbClr val="1A1A1A"/>
                </a:solidFill>
                <a:latin typeface="Calibri"/>
              </a:rPr>
              <a:t> on next month's data, half the fraud can be caught with about 1 in 3 alerts genuine (rules: 3% of alerts genuine).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Recommended policy:</a:t>
            </a:r>
            <a:r>
              <a:rPr sz="1500" b="0">
                <a:solidFill>
                  <a:srgbClr val="1A1A1A"/>
                </a:solidFill>
                <a:latin typeface="Calibri"/>
              </a:rPr>
              <a:t> review the 300 transactions (1%) with the highest expected loss. It stops </a:t>
            </a:r>
            <a:r>
              <a:rPr sz="1500" b="1">
                <a:solidFill>
                  <a:srgbClr val="1A1A1A"/>
                </a:solidFill>
                <a:latin typeface="Calibri"/>
              </a:rPr>
              <a:t>72% of fraud rupees</a:t>
            </a:r>
            <a:r>
              <a:rPr sz="1500" b="0">
                <a:solidFill>
                  <a:srgbClr val="1A1A1A"/>
                </a:solidFill>
                <a:latin typeface="Calibri"/>
              </a:rPr>
              <a:t> and saves about </a:t>
            </a:r>
            <a:r>
              <a:rPr sz="1500" b="1">
                <a:solidFill>
                  <a:srgbClr val="1A1A1A"/>
                </a:solidFill>
                <a:latin typeface="Calibri"/>
              </a:rPr>
              <a:t>₹2.8 lakh more per month</a:t>
            </a:r>
            <a:r>
              <a:rPr sz="1500" b="0">
                <a:solidFill>
                  <a:srgbClr val="1A1A1A"/>
                </a:solidFill>
                <a:latin typeface="Calibri"/>
              </a:rPr>
              <a:t> than the rules (in this sample).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Do not 'rebalance' the data</a:t>
            </a:r>
            <a:r>
              <a:rPr sz="1500" b="0">
                <a:solidFill>
                  <a:srgbClr val="1A1A1A"/>
                </a:solidFill>
                <a:latin typeface="Calibri"/>
              </a:rPr>
              <a:t> as the vendor suggests: it does not improve ranking and it breaks the probabilities that our money decisions rely on.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Fraud is shifting:</a:t>
            </a:r>
            <a:r>
              <a:rPr sz="1500" b="0">
                <a:solidFill>
                  <a:srgbClr val="1A1A1A"/>
                </a:solidFill>
                <a:latin typeface="Calibri"/>
              </a:rPr>
              <a:t> month 4 had about 39% more fraud than the model expected, almost all in online gaming.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replace the two rules with the model and an expected-loss review queue; retrain monthly.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Where fraud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12 · Card transaction fraud detection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fraud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144" y="1554480"/>
            <a:ext cx="6367406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E-commerce, online gaming, night-time and unusually large transactions. Even in the riskiest groups, only 1–2% of transactions are fraud.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'99.6% accurate' can mean 'catches nothing'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12 · Card transaction fraud detection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1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6727"/>
                <a:gridCol w="1610479"/>
                <a:gridCol w="1789421"/>
                <a:gridCol w="1968363"/>
                <a:gridCol w="1789421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Approach (month 4)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Frauds caught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Alerts that are fraud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Fraud ₹ stopped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Flag nothing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Current rules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95.5%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Model: top 1% by expected loss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98.8%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Accuracy hardly moves. What matters is the share of fraud stopped and how clean the alert queue 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vendor's 'AUC 0.97' and the view that matters for the alert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12 · Card transaction fraud detection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2_roc_vs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433" y="1554480"/>
            <a:ext cx="10328829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Same model, two pictures. Left (ROC): looks near-perfect. Right (precision-recall, score 0.43): shows how many alerts are genuine fraud.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Should we rebalance the data?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12 · Card transaction fraud detection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0.966 → 0.965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ranking quality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Balancing changes nothing that matters.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0.4% → 17%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average predicted fraud rate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Actual: 0.5%.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796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−₹5.6 lakh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result of using its probabilities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13,000+ alerts: costs swamp the savings.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Rebalancing only moves the threshold. We can move the threshold directly and keep honest probabilities.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Which alert policy saves the most money? (month 4, unseen)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12 · Card transaction fraud detection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5_policy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967" y="1554480"/>
            <a:ext cx="8587761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best unconstrained policy needs 3× our analysts. Ranking by expected loss within capacity keeps about 92% of its saving.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How sure are we? Only 157 frauds in the test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12 · Card transaction fraud detection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057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3790"/>
                <a:gridCol w="2133541"/>
                <a:gridCol w="4267082"/>
              </a:tblGrid>
              <a:tr h="411479">
                <a:tc>
                  <a:txBody>
                    <a:bodyPr/>
                    <a:lstStyle/>
                    <a:p/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95% range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Frauds caught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26%–41%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Alerts that are fraud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13%–22%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Saving vs no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₹9.9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₹5.0 lakh to ₹16.1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Extra saving vs current rules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₹2.8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₹0.8 lakh to ₹4.7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model is better than the rules in every plausible scenario; how much better is uncertain.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Fraud is shifting: online gaming fraud is rising faster than the model expects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12 · Card transaction fraud detection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06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7471"/>
            <a:ext cx="11094415" cy="372877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model must be retrained monthly and its accuracy tracked by merchant 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12 · Card transaction fraud detection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Replace the two rules with the model.</a:t>
            </a:r>
            <a:r>
              <a:rPr sz="2000" b="0">
                <a:solidFill>
                  <a:srgbClr val="1A1A1A"/>
                </a:solidFill>
                <a:latin typeface="Calibri"/>
              </a:rPr>
              <a:t> Score every transaction.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Rank by expected loss</a:t>
            </a:r>
            <a:r>
              <a:rPr sz="2000" b="0">
                <a:solidFill>
                  <a:srgbClr val="1A1A1A"/>
                </a:solidFill>
                <a:latin typeface="Calibri"/>
              </a:rPr>
              <a:t> (probability × 80% × amount) and send the top 1% to analysts.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rebalance the training data.</a:t>
            </a:r>
            <a:r>
              <a:rPr sz="2000" b="0">
                <a:solidFill>
                  <a:srgbClr val="1A1A1A"/>
                </a:solidFill>
                <a:latin typeface="Calibri"/>
              </a:rPr>
              <a:t> If we ever sample for speed, correct the probabilities afterwards.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Retrain monthly</a:t>
            </a:r>
            <a:r>
              <a:rPr sz="2000" b="0">
                <a:solidFill>
                  <a:srgbClr val="1A1A1A"/>
                </a:solidFill>
                <a:latin typeface="Calibri"/>
              </a:rPr>
              <a:t> and monitor predicted vs actual fraud by merchant type, starting with online gaming.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Report precision, recall and rupees stopped with ranges</a:t>
            </a:r>
            <a:r>
              <a:rPr sz="2000" b="0">
                <a:solidFill>
                  <a:srgbClr val="1A1A1A"/>
                </a:solidFill>
                <a:latin typeface="Calibri"/>
              </a:rPr>
              <a:t>, not accuracy or AUC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the switch from rules to the model-based review queue.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12 · Card transaction fraud detection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One test month with 157 frauds: wide ranges.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Costs (80% loss, ₹150 per alert) are assumptions.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Fraud labels arrive late in reality; fraudsters adapt.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Two-stage policy: auto-decline the very highest risk.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Retest gradient boosting with 6–12 months of data.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Monthly drift dashboard by merchant 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