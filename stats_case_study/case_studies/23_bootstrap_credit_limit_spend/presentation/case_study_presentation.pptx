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463040" cy="73152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What Did a 25% Credit-Limit Increase Do to Spend?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D6EA"/>
                </a:solidFill>
                <a:latin typeface="Calibri"/>
              </a:rPr>
              <a:t>Bootstrap confidence intervals for skewed metrics · Credit Cards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A9B8CF"/>
                </a:solidFill>
                <a:latin typeface="Calibri"/>
              </a:rPr>
              <a:t>Randomised test of 2,500 vs 2,500 customers and a 60 vs 60 regional pilot. Synthetic data created for training. Not actual customer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Summary: typical spend is up and utilisation is down; total spend is too noisy to call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23 · Credit-limit increase and spend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Typical (median) spend rose about 9%</a:t>
            </a:r>
            <a:r>
              <a:rPr sz="1600" b="0">
                <a:solidFill>
                  <a:srgbClr val="1A1A1A"/>
                </a:solidFill>
                <a:latin typeface="Calibri"/>
              </a:rPr>
              <a:t>, ₹1,382 per month (95% interval ₹254 to ₹2,519).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Average spend rose ₹2,003, but the interval runs from −1,141 to +5,733</a:t>
            </a:r>
            <a:r>
              <a:rPr sz="1600" b="0">
                <a:solidFill>
                  <a:srgbClr val="1A1A1A"/>
                </a:solidFill>
                <a:latin typeface="Calibri"/>
              </a:rPr>
              <a:t> and includes zero: a few very large spenders dominate the mean.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Spend per rupee of limit fell 3.2 points</a:t>
            </a:r>
            <a:r>
              <a:rPr sz="1600" b="0">
                <a:solidFill>
                  <a:srgbClr val="1A1A1A"/>
                </a:solidFill>
                <a:latin typeface="Calibri"/>
              </a:rPr>
              <a:t> (interval −5.2 to −1.1): the limit rose 25%, spend far less.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The 60 vs 60 regional pilot should not guide decisions:</a:t>
            </a:r>
            <a:r>
              <a:rPr sz="1600" b="0">
                <a:solidFill>
                  <a:srgbClr val="1A1A1A"/>
                </a:solidFill>
                <a:latin typeface="Calibri"/>
              </a:rPr>
              <a:t> its estimates are several times too large and its intervals cover the truth for only 4 of 7 metrics.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Recommendation: quote medians and utilisation as firm results, the mean with its wide interval, and rerun the pilot at scale.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Spend is extremely skewed: a few customers hold a large share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23 · Credit-limit increase and spend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3</a:t>
            </a:r>
          </a:p>
        </p:txBody>
      </p:sp>
      <p:pic>
        <p:nvPicPr>
          <p:cNvPr id="6" name="Picture 5" descr="fig01_spend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73122"/>
            <a:ext cx="11094415" cy="295747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Mean is 1.9 times the median; the top 1% of customers hold 15% of spend.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One experiment, five metrics, very different certainty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23 · Credit-limit increase and spend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3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082"/>
                <a:gridCol w="1849069"/>
                <a:gridCol w="3698138"/>
                <a:gridCol w="1280124"/>
              </a:tblGrid>
              <a:tr h="3886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Effect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95% interval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Clear?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Average spend (₹)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+2,003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−1,141 to +5,733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Typical (median) spend (₹)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+1,382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+254 to +2,519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Ratio of medians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1.02 to 1.18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Share spending over ₹50,000 (pp)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+1.5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−0.4 to +3.6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Spend per rupee of limit (pp)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−3.2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−5.2 to −1.1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The bootstrap gives an interval for any metric. The width reflects the metric, not the method.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The bootstrap: resample the customers, recompute, read off the interval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23 · Credit-limit increase and spend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fig02_bootstrap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04155"/>
            <a:ext cx="11094415" cy="289540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With 2,500 per arm, the percentile and BCa intervals nearly coincide.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The 60 vs 60 pilot overstates every effect and its intervals are very wide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23 · Credit-limit increase and spend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fig03_main_vs_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439" y="1554480"/>
            <a:ext cx="9214816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BCa intervals cover the truth for 7 of 7 metrics in the main test and 4 of 7 in the pilot. The pilot's mean difference (+₹12,600) is about six times the main test's.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Does the bootstrap deserve trust? A coverage check on skewed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23 · Credit-limit increase and spend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fig04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807" y="1554480"/>
            <a:ext cx="9276080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For the mean at n = 30, a nominal 95% interval contains the truth 86% (t), 85% (percentile), 88% (BCa) and 91% (bootstrap-t) of the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Where the bootstrap fails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23 · Credit-limit increase and spend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Extremes:</a:t>
            </a:r>
            <a:r>
              <a:rPr sz="1800" b="0">
                <a:solidFill>
                  <a:srgbClr val="1A1A1A"/>
                </a:solidFill>
                <a:latin typeface="Calibri"/>
              </a:rPr>
              <a:t> an interval for the maximum never contains the true maximum (0%).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Tiny samples:</a:t>
            </a:r>
            <a:r>
              <a:rPr sz="1800" b="0">
                <a:solidFill>
                  <a:srgbClr val="1A1A1A"/>
                </a:solidFill>
                <a:latin typeface="Calibri"/>
              </a:rPr>
              <a:t> with 8 skewed values, coverage is 76%.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Dependent data:</a:t>
            </a:r>
            <a:r>
              <a:rPr sz="1800" b="0">
                <a:solidFill>
                  <a:srgbClr val="1A1A1A"/>
                </a:solidFill>
                <a:latin typeface="Calibri"/>
              </a:rPr>
              <a:t> for an autocorrelated series the standard bootstrap covers 58%; resampling blocks restores 88%.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Resample the unit of randomisation</a:t>
            </a:r>
            <a:r>
              <a:rPr sz="1800" b="0">
                <a:solidFill>
                  <a:srgbClr val="1A1A1A"/>
                </a:solidFill>
                <a:latin typeface="Calibri"/>
              </a:rPr>
              <a:t> (customer, branch, day), within each experiment arm.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The bootstrap is a large-sample tool that is more flexible than normal theory, not a cure for small samples.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Revenue: the number Finance wants is the noisiest 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23 · Credit-limit increase and spend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0">
                <a:solidFill>
                  <a:srgbClr val="1A1A1A"/>
                </a:solidFill>
                <a:latin typeface="Calibri"/>
              </a:rPr>
              <a:t>At 1.6% interchange, the mean difference is about ₹385 extra annual interchange per customer.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0">
                <a:solidFill>
                  <a:srgbClr val="1A1A1A"/>
                </a:solidFill>
                <a:latin typeface="Calibri"/>
              </a:rPr>
              <a:t>The interval runs from −219 to +1,101 per customer, so a loss cannot be ruled out.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0">
                <a:solidFill>
                  <a:srgbClr val="1A1A1A"/>
                </a:solidFill>
                <a:latin typeface="Calibri"/>
              </a:rPr>
              <a:t>This ignores the extra credit-risk cost of larger limits and the fall in utilisation.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A bigger test, or adjusting for prior spend, is needed before quoting revenue.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23 · Credit-limit increase and spend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Report the median effect</a:t>
            </a:r>
            <a:r>
              <a:rPr sz="2000" b="0">
                <a:solidFill>
                  <a:srgbClr val="1A1A1A"/>
                </a:solidFill>
                <a:latin typeface="Calibri"/>
              </a:rPr>
              <a:t> (about +9%) and the utilisation fall as firm evidence of behaviour change.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Report the mean with its interval,</a:t>
            </a:r>
            <a:r>
              <a:rPr sz="2000" b="0">
                <a:solidFill>
                  <a:srgbClr val="1A1A1A"/>
                </a:solidFill>
                <a:latin typeface="Calibri"/>
              </a:rPr>
              <a:t> not as a point estimate.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Do not use the 60 vs 60 pilot to decide;</a:t>
            </a:r>
            <a:r>
              <a:rPr sz="2000" b="0">
                <a:solidFill>
                  <a:srgbClr val="1A1A1A"/>
                </a:solidFill>
                <a:latin typeface="Calibri"/>
              </a:rPr>
              <a:t> rerun it at scale or pool regions.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Add a credit-loss outcome</a:t>
            </a:r>
            <a:r>
              <a:rPr sz="2000" b="0">
                <a:solidFill>
                  <a:srgbClr val="1A1A1A"/>
                </a:solidFill>
                <a:latin typeface="Calibri"/>
              </a:rPr>
              <a:t> to the next test before rolling out.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Bootstrap by customer within each arm,</a:t>
            </a:r>
            <a:r>
              <a:rPr sz="2000" b="0">
                <a:solidFill>
                  <a:srgbClr val="1A1A1A"/>
                </a:solidFill>
                <a:latin typeface="Calibri"/>
              </a:rPr>
              <a:t> and use BCa for medians and ratios.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Decision needed: approve a larger follow-up test with delinquency tracked.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23 · Credit-limit increase and spend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Three months of outcome only.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Revenue ignores credit-risk costs.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Customers assumed independent.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Adjust for prior spend to shrink the interval.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Estimate effects by risk segment.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Bootstrap net revenue including losses.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