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Why Did "Work Experience" Stop Mattering?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Income-estimation model v2 sign-off · Risk Analytics for Credit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6,000 salaried customers with verified salaries.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all four proposals rest on one-variable views, and three of them are wrong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08 · Why did work experience stop mattering?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Experience still matters.</a:t>
            </a:r>
            <a:r>
              <a:rPr sz="1700" b="0">
                <a:solidFill>
                  <a:srgbClr val="1A1A1A"/>
                </a:solidFill>
                <a:latin typeface="Calibri"/>
              </a:rPr>
              <a:t> Its effect now shows up through </a:t>
            </a:r>
            <a:r>
              <a:rPr sz="1700" b="1">
                <a:solidFill>
                  <a:srgbClr val="1A1A1A"/>
                </a:solidFill>
                <a:latin typeface="Calibri"/>
              </a:rPr>
              <a:t>job grade</a:t>
            </a:r>
            <a:r>
              <a:rPr sz="1700" b="0">
                <a:solidFill>
                  <a:srgbClr val="1A1A1A"/>
                </a:solidFill>
                <a:latin typeface="Calibri"/>
              </a:rPr>
              <a:t>: about </a:t>
            </a:r>
            <a:r>
              <a:rPr sz="1700" b="1">
                <a:solidFill>
                  <a:srgbClr val="1A1A1A"/>
                </a:solidFill>
                <a:latin typeface="Calibri"/>
              </a:rPr>
              <a:t>87%</a:t>
            </a:r>
            <a:r>
              <a:rPr sz="1700" b="0">
                <a:solidFill>
                  <a:srgbClr val="1A1A1A"/>
                </a:solidFill>
                <a:latin typeface="Calibri"/>
              </a:rPr>
              <a:t> of it runs through promotions (+4.3%/yr → +0.5%/yr at the same grade).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Metro uplift: reject.</a:t>
            </a:r>
            <a:r>
              <a:rPr sz="1700" b="0">
                <a:solidFill>
                  <a:srgbClr val="1A1A1A"/>
                </a:solidFill>
                <a:latin typeface="Calibri"/>
              </a:rPr>
              <a:t> The +12% gap is an employer-type effect; at the same employer it is −0.9% (not significant).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Tenure: keep.</a:t>
            </a:r>
            <a:r>
              <a:rPr sz="1700" b="0">
                <a:solidFill>
                  <a:srgbClr val="1A1A1A"/>
                </a:solidFill>
                <a:latin typeface="Calibri"/>
              </a:rPr>
              <a:t> No correlation on its own, but </a:t>
            </a:r>
            <a:r>
              <a:rPr sz="1700" b="1">
                <a:solidFill>
                  <a:srgbClr val="1A1A1A"/>
                </a:solidFill>
                <a:latin typeface="Calibri"/>
              </a:rPr>
              <a:t>−4.0% per year</a:t>
            </a:r>
            <a:r>
              <a:rPr sz="1700" b="0">
                <a:solidFill>
                  <a:srgbClr val="1A1A1A"/>
                </a:solidFill>
                <a:latin typeface="Calibri"/>
              </a:rPr>
              <a:t> at the same experience (people who never switched jobs).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Education: keep.</a:t>
            </a:r>
            <a:r>
              <a:rPr sz="1700" b="0">
                <a:solidFill>
                  <a:srgbClr val="1A1A1A"/>
                </a:solidFill>
                <a:latin typeface="Calibri"/>
              </a:rPr>
              <a:t> Postgraduates look no better paid (−0.7%) only because they are younger; at the same experience they earn </a:t>
            </a:r>
            <a:r>
              <a:rPr sz="1700" b="1">
                <a:solidFill>
                  <a:srgbClr val="1A1A1A"/>
                </a:solidFill>
                <a:latin typeface="Calibri"/>
              </a:rPr>
              <a:t>21%</a:t>
            </a:r>
            <a:r>
              <a:rPr sz="1700" b="0">
                <a:solidFill>
                  <a:srgbClr val="1A1A1A"/>
                </a:solidFill>
                <a:latin typeface="Calibri"/>
              </a:rPr>
              <a:t> more.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approve v2 for customers with verified grade, keep v1 for the rest, keep experience on the 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dashboard view: four claims, each from one variable at a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08 · Why did work experience stop mattering?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ig02_four_puzz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207" y="1554480"/>
            <a:ext cx="5361280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Each chart is correct as a description. None of them shows what happens 'with everything else equal'.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Experience's effect depends on what else is in the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08 · Why did work experience stop mattering?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ig04_experience_coefficient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630" y="1554480"/>
            <a:ext cx="8490434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v1 → v2: adding job grade takes over about 87% of experience's effect. That part did not disappear; it moved.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Experience pays off mainly by getting people promoted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08 · Why did work experience stop mattering?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fig05_experience_through_g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714" y="1554480"/>
            <a:ext cx="10438267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Within a grade, extra years add little. But years of experience are what get people to the higher grades.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Metro customers earn more only because better-paying employers are in metros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08 · Why did work experience stop mattering?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06_metro_confou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12" y="1554480"/>
            <a:ext cx="10822671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 metro uplift would pay the employer premium twice. Reject.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Tenure: zero correlation, yet one of our most useful variables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08 · Why did work experience stop mattering?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07_tenure_supp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60" y="1554480"/>
            <a:ext cx="10583375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On its own +0.1%/yr; at the same experience −4.0%/yr. Never drop a variable just because its correlation is near zero.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Education: the premium was hidden by who our postgraduate customers 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08 · Why did work experience stop mattering?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fig08_education_mas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400" y="1554480"/>
            <a:ext cx="8896895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 campus partnership brought in many young postgraduates. Compared at equal experience, the premium is clear.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Tested on customers the models did not see: what each variable is worth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08 · Why did work experience stop mattering?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212"/>
                <a:gridCol w="2662659"/>
                <a:gridCol w="4881542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Typical error (median)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v1 (no grade)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19.0%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Use for the 40% without verified grade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v1 without tenure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20.3%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v1 without education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v2 (with grade)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14.6%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Use when grade is verified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v2 without experience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 real difference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v2 without tenure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16.2%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v2 without metro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 difference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With grade known, experience adds little to accuracy; without grade, it is the most important variable we have.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How confident are we?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08 · Why did work experience stop mattering?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Experience (total), tenure and education:</a:t>
            </a:r>
            <a:r>
              <a:rPr sz="2000" b="0">
                <a:solidFill>
                  <a:srgbClr val="1A1A1A"/>
                </a:solidFill>
                <a:latin typeface="Calibri"/>
              </a:rPr>
              <a:t> a hidden factor (e.g. ability) would have to explain </a:t>
            </a:r>
            <a:r>
              <a:rPr sz="2000" b="1">
                <a:solidFill>
                  <a:srgbClr val="1A1A1A"/>
                </a:solidFill>
                <a:latin typeface="Calibri"/>
              </a:rPr>
              <a:t>21%–47%</a:t>
            </a:r>
            <a:r>
              <a:rPr sz="2000" b="0">
                <a:solidFill>
                  <a:srgbClr val="1A1A1A"/>
                </a:solidFill>
                <a:latin typeface="Calibri"/>
              </a:rPr>
              <a:t> of the remaining variation to overturn them. </a:t>
            </a:r>
            <a:r>
              <a:rPr sz="2000" b="1">
                <a:solidFill>
                  <a:srgbClr val="1A1A1A"/>
                </a:solidFill>
                <a:latin typeface="Calibri"/>
              </a:rPr>
              <a:t>Robust.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Experience at the same grade (+0.5%/yr):</a:t>
            </a:r>
            <a:r>
              <a:rPr sz="2000" b="0">
                <a:solidFill>
                  <a:srgbClr val="1A1A1A"/>
                </a:solidFill>
                <a:latin typeface="Calibri"/>
              </a:rPr>
              <a:t> a modest hidden factor (≈ 8%) could explain it away. </a:t>
            </a:r>
            <a:r>
              <a:rPr sz="2000" b="1">
                <a:solidFill>
                  <a:srgbClr val="1A1A1A"/>
                </a:solidFill>
                <a:latin typeface="Calibri"/>
              </a:rPr>
              <a:t>Do not build policy on it.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These are associations</a:t>
            </a:r>
            <a:r>
              <a:rPr sz="2000" b="0">
                <a:solidFill>
                  <a:srgbClr val="1A1A1A"/>
                </a:solidFill>
                <a:latin typeface="Calibri"/>
              </a:rPr>
              <a:t>, not proof of cause: we did not run an experiment.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Training data must not be filtered on salary</a:t>
            </a:r>
            <a:r>
              <a:rPr sz="2000" b="0">
                <a:solidFill>
                  <a:srgbClr val="1A1A1A"/>
                </a:solidFill>
                <a:latin typeface="Calibri"/>
              </a:rPr>
              <a:t> (e.g. 'premium customers only'): that flattens every effect.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recommendations rely only on the robust findings.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08 · Why did work experience stop mattering?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Approve model v2</a:t>
            </a:r>
            <a:r>
              <a:rPr sz="2000" b="0">
                <a:solidFill>
                  <a:srgbClr val="1A1A1A"/>
                </a:solidFill>
                <a:latin typeface="Calibri"/>
              </a:rPr>
              <a:t> for customers with a payroll-verified grade.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Keep model v1</a:t>
            </a:r>
            <a:r>
              <a:rPr sz="2000" b="0">
                <a:solidFill>
                  <a:srgbClr val="1A1A1A"/>
                </a:solidFill>
                <a:latin typeface="Calibri"/>
              </a:rPr>
              <a:t> for customers without a verified grade (about 40%).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Keep experience</a:t>
            </a:r>
            <a:r>
              <a:rPr sz="2000" b="0">
                <a:solidFill>
                  <a:srgbClr val="1A1A1A"/>
                </a:solidFill>
                <a:latin typeface="Calibri"/>
              </a:rPr>
              <a:t> on the application form: v1 depends on it.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Keep tenure and education</a:t>
            </a:r>
            <a:r>
              <a:rPr sz="2000" b="0">
                <a:solidFill>
                  <a:srgbClr val="1A1A1A"/>
                </a:solidFill>
                <a:latin typeface="Calibri"/>
              </a:rPr>
              <a:t> in both models.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Reject the metro uplift.</a:t>
            </a:r>
            <a:r>
              <a:rPr sz="2000" b="0">
                <a:solidFill>
                  <a:srgbClr val="1A1A1A"/>
                </a:solidFill>
                <a:latin typeface="Calibri"/>
              </a:rPr>
              <a:t> It double-counts employer type.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Follow up</a:t>
            </a:r>
            <a:r>
              <a:rPr sz="2000" b="0">
                <a:solidFill>
                  <a:srgbClr val="1A1A1A"/>
                </a:solidFill>
                <a:latin typeface="Calibri"/>
              </a:rPr>
              <a:t> on government/PSU metro customers (about 6% lower pay; may be chance).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sign off v2 with these variable choices.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08 · Why did work experience stop mattering?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Observational data: associations, not causes.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Ability and performance are not measured.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Education masking is specific to our customer mix.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Validate v1 and v2 on next quarter's customers.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Track the share of customers with verified grade.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Add this 'why did the coefficient change?' check to every model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