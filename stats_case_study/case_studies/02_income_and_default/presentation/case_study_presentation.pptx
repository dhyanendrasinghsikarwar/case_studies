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Should We Raise the Minimum Income to ₹30,000?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Evidence review for the Credit Committee · Risk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Based on 5,941 personal loans disbursed in 2024 with 12 months of performance.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low earners do default more, but a ₹30k floor would cost more than it saves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02 · Do higher earners default less?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The belief is right:</a:t>
            </a:r>
            <a:r>
              <a:rPr sz="1800" b="0">
                <a:solidFill>
                  <a:srgbClr val="1A1A1A"/>
                </a:solidFill>
                <a:latin typeface="Calibri"/>
              </a:rPr>
              <a:t> default falls steadily with income, from </a:t>
            </a:r>
            <a:r>
              <a:rPr sz="1800" b="1">
                <a:solidFill>
                  <a:srgbClr val="1A1A1A"/>
                </a:solidFill>
                <a:latin typeface="Calibri"/>
              </a:rPr>
              <a:t>13.8%</a:t>
            </a:r>
            <a:r>
              <a:rPr sz="1800" b="0">
                <a:solidFill>
                  <a:srgbClr val="1A1A1A"/>
                </a:solidFill>
                <a:latin typeface="Calibri"/>
              </a:rPr>
              <a:t> (₹20–25k) to </a:t>
            </a:r>
            <a:r>
              <a:rPr sz="1800" b="1">
                <a:solidFill>
                  <a:srgbClr val="1A1A1A"/>
                </a:solidFill>
                <a:latin typeface="Calibri"/>
              </a:rPr>
              <a:t>2.0%</a:t>
            </a:r>
            <a:r>
              <a:rPr sz="1800" b="0">
                <a:solidFill>
                  <a:srgbClr val="1A1A1A"/>
                </a:solidFill>
                <a:latin typeface="Calibri"/>
              </a:rPr>
              <a:t> (≥ ₹100k). This is not chance.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Customers under ₹30k are </a:t>
            </a:r>
            <a:r>
              <a:rPr sz="1800" b="1">
                <a:solidFill>
                  <a:srgbClr val="1A1A1A"/>
                </a:solidFill>
                <a:latin typeface="Calibri"/>
              </a:rPr>
              <a:t>2.6× as likely</a:t>
            </a:r>
            <a:r>
              <a:rPr sz="1800" b="0">
                <a:solidFill>
                  <a:srgbClr val="1A1A1A"/>
                </a:solidFill>
                <a:latin typeface="Calibri"/>
              </a:rPr>
              <a:t> to default (13% vs 5%).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But 87% of them repay.</a:t>
            </a:r>
            <a:r>
              <a:rPr sz="1800" b="0">
                <a:solidFill>
                  <a:srgbClr val="1A1A1A"/>
                </a:solidFill>
                <a:latin typeface="Calibri"/>
              </a:rPr>
              <a:t> A ₹30k floor turns away </a:t>
            </a:r>
            <a:r>
              <a:rPr sz="1800" b="1">
                <a:solidFill>
                  <a:srgbClr val="1A1A1A"/>
                </a:solidFill>
                <a:latin typeface="Calibri"/>
              </a:rPr>
              <a:t>~7 good customers for every default it prevents</a:t>
            </a:r>
            <a:r>
              <a:rPr sz="180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Net effect on the 2024 book: about </a:t>
            </a:r>
            <a:r>
              <a:rPr sz="1800" b="1">
                <a:solidFill>
                  <a:srgbClr val="1A1A1A"/>
                </a:solidFill>
                <a:latin typeface="Calibri"/>
              </a:rPr>
              <a:t>−₹0.3 crore</a:t>
            </a:r>
            <a:r>
              <a:rPr sz="1800" b="0">
                <a:solidFill>
                  <a:srgbClr val="1A1A1A"/>
                </a:solidFill>
                <a:latin typeface="Calibri"/>
              </a:rPr>
              <a:t> (likely −₹0.5 crore to −₹0.1 crore), i.e. value lost.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0">
                <a:solidFill>
                  <a:srgbClr val="1A1A1A"/>
                </a:solidFill>
                <a:latin typeface="Calibri"/>
              </a:rPr>
              <a:t>Part of the income signal is really credit score and debt burden, which we already 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keep the ₹20k floor; use income in pricing and loan sizing instead of a hard cut-off.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proposal rests on a belief, a number and a decision; each needs checking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02 · Do higher earners default less?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What we were asked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Do higher earners really default less?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By how much?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Is raising the floor from ₹20k to ₹30k worth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How we checked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5,941 loans approved in 2024, each followed for 12 months.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Compared default rates across five income bands.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Tested whether the pattern could be chance.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Re-ran 2024 as if the ₹30k floor had applied: defaults avoided vs good business lost.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 real risk difference does not automatically make a good policy. The third question needs economics, not just statistics.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data: one year of approved personal loans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02 · Do higher earners default less?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5,941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loans analysed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Disbursed in 2024; 59 with missing income excluded.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0823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6.9%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default rate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90+ days past due within 12 months.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6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23%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earn under ₹30k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The customers a ₹30k floor would exclude.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75189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Approved only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no declined applicants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We cannot see how applicants below ₹20k would perform.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Lower earners do default more, with a steady decline across income bands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02 · Do higher earners default less?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2_default_rate_by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6058"/>
            <a:ext cx="6878537" cy="37916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47217" y="1645920"/>
            <a:ext cx="3895838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From </a:t>
            </a:r>
            <a:r>
              <a:rPr sz="1600" b="1">
                <a:solidFill>
                  <a:srgbClr val="1A1A1A"/>
                </a:solidFill>
                <a:latin typeface="Calibri"/>
              </a:rPr>
              <a:t>13.8%</a:t>
            </a:r>
            <a:r>
              <a:rPr sz="1600" b="0">
                <a:solidFill>
                  <a:srgbClr val="1A1A1A"/>
                </a:solidFill>
                <a:latin typeface="Calibri"/>
              </a:rPr>
              <a:t> in the lowest band to </a:t>
            </a:r>
            <a:r>
              <a:rPr sz="1600" b="1">
                <a:solidFill>
                  <a:srgbClr val="1A1A1A"/>
                </a:solidFill>
                <a:latin typeface="Calibri"/>
              </a:rPr>
              <a:t>2.0%</a:t>
            </a:r>
            <a:r>
              <a:rPr sz="1600" b="0">
                <a:solidFill>
                  <a:srgbClr val="1A1A1A"/>
                </a:solidFill>
                <a:latin typeface="Calibri"/>
              </a:rPr>
              <a:t> in the highest.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Every step down in income brings a step up in risk.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Far too consistent to be the luck of the sample (less than 1-in-a-billion chance).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Error bars show the likely range for each band.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Income genuinely carries risk information. The question is how best to use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How big is the difference? It depends on which way you look at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02 · Do higher earners default less?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2.6×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relative risk under ₹30k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Likely range 2.1–3.1×.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0823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13% vs 5%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default rate below vs above ₹30k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A gap of 8 percentage points.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6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87%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of under-₹30k customers repay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Most low-income customers are good customers.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075189" y="1828800"/>
            <a:ext cx="2567863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43%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of defaulters earn &lt; ₹30k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This is NOT the chance a low earner defaults (that is 13%).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'Most defaulters are low-income' is true, but it does not mean most low-income customers default.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Incomes of defaulters and repayers overlap heavily, so any income cut-off is blunt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02 · Do higher earners default less?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1_income_by_out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2949"/>
            <a:ext cx="7322313" cy="256650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0993" y="1645920"/>
            <a:ext cx="345206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Defaulters' typical income is </a:t>
            </a:r>
            <a:r>
              <a:rPr sz="1600" b="1">
                <a:solidFill>
                  <a:srgbClr val="1A1A1A"/>
                </a:solidFill>
                <a:latin typeface="Calibri"/>
              </a:rPr>
              <a:t>26% lower</a:t>
            </a:r>
            <a:r>
              <a:rPr sz="1600" b="0">
                <a:solidFill>
                  <a:srgbClr val="1A1A1A"/>
                </a:solidFill>
                <a:latin typeface="Calibri"/>
              </a:rPr>
              <a:t> than repayers'.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But the two groups overlap: many defaulters earn well, and most low earners repay.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A random defaulter still out-earns a random repayer about 1 time in 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Every floor we tested would have lost money on the 2024 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02 · Do higher earners default less?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0" cy="2000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169"/>
                <a:gridCol w="1649169"/>
                <a:gridCol w="1649169"/>
                <a:gridCol w="1949018"/>
                <a:gridCol w="2248867"/>
                <a:gridCol w="1949018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Income floor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Loans excluded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Defaults avoided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Good customers lost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Good lost per default avoided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Net value (₹ crore)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₹25k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₹30k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1,171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6.7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−0.29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₹35k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1,661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₹40k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251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2,124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8.5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−1.19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higher the floor, the more good business is lost for each default avoided.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A ₹30k floor saves less in losses than it gives up in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02 · Do higher earners default less?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fig04_floor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2" y="1554480"/>
            <a:ext cx="10826571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₹30k floor: ~175 defaults avoided vs ~1,171 good customers lost. Net ≈ −₹0.3 crore.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answer hinges on the margin: below ~9.5%, the floor starts to pay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02 · Do higher earners default less?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329"/>
                <a:gridCol w="2054521"/>
                <a:gridCol w="2054521"/>
                <a:gridCol w="2054521"/>
                <a:gridCol w="2054521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Loss on default (LGD)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Margin 6%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Margin 9%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Margin 12%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Margin 15%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+0.24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−0.11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−0.46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−0.80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65%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+0.40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+0.06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−0.29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−0.64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+0.57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+0.23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−0.12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−0.47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+0.05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−0.30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Net value of the ₹30k floor (₹ crore). Base case: LGD 65%, margin 12%. Ask Finance to confirm the margin before deciding.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Part of the 'income effect' is really credit score: low earners tend to have weaker scores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02 · Do higher earners default less?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fig05_income_within_score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0455"/>
            <a:ext cx="6878537" cy="367148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47217" y="1645920"/>
            <a:ext cx="389583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Among customers with similar credit scores, income matters less.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We already use credit score and debt burden in approvals.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An income floor would partly </a:t>
            </a:r>
            <a:r>
              <a:rPr sz="1600" b="1">
                <a:solidFill>
                  <a:srgbClr val="1A1A1A"/>
                </a:solidFill>
                <a:latin typeface="Calibri"/>
              </a:rPr>
              <a:t>double-count</a:t>
            </a:r>
            <a:r>
              <a:rPr sz="1600" b="0">
                <a:solidFill>
                  <a:srgbClr val="1A1A1A"/>
                </a:solidFill>
                <a:latin typeface="Calibri"/>
              </a:rPr>
              <a:t> risk we already price.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we can and cannot say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02 · Do higher earners default less?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We can say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Lower-income customers default more, and this is not chance.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Below ₹30k: 13% default vs 5% above.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87% of below-₹30k customers repay.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 ₹30k floor would very likely reduce value under Finance's assumptions.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We cannot say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That low income </a:t>
            </a:r>
            <a:r>
              <a:rPr sz="1700" b="1">
                <a:solidFill>
                  <a:srgbClr val="1A1A1A"/>
                </a:solidFill>
                <a:latin typeface="Calibri"/>
              </a:rPr>
              <a:t>causes</a:t>
            </a:r>
            <a:r>
              <a:rPr sz="1700" b="0">
                <a:solidFill>
                  <a:srgbClr val="1A1A1A"/>
                </a:solidFill>
                <a:latin typeface="Calibri"/>
              </a:rPr>
              <a:t> default.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How applicants </a:t>
            </a:r>
            <a:r>
              <a:rPr sz="1700" b="1">
                <a:solidFill>
                  <a:srgbClr val="1A1A1A"/>
                </a:solidFill>
                <a:latin typeface="Calibri"/>
              </a:rPr>
              <a:t>below ₹20k</a:t>
            </a:r>
            <a:r>
              <a:rPr sz="1700" b="0">
                <a:solidFill>
                  <a:srgbClr val="1A1A1A"/>
                </a:solidFill>
                <a:latin typeface="Calibri"/>
              </a:rPr>
              <a:t> would perform. We never approved them.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How much income adds beyond credit score and debt burden.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That the result holds if the true margin is below ~9.5%.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02 · Do higher earners default less?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Keep the ₹20,000 floor.</a:t>
            </a:r>
            <a:r>
              <a:rPr sz="1800" b="0">
                <a:solidFill>
                  <a:srgbClr val="1A1A1A"/>
                </a:solidFill>
                <a:latin typeface="Calibri"/>
              </a:rPr>
              <a:t> Do not raise it to ₹30,000 on current evidence.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Confirm the margin with Finance:</a:t>
            </a:r>
            <a:r>
              <a:rPr sz="1800" b="0">
                <a:solidFill>
                  <a:srgbClr val="1A1A1A"/>
                </a:solidFill>
                <a:latin typeface="Calibri"/>
              </a:rPr>
              <a:t> if good loans earn under ~9.5% over their life, revisit this.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Use income more precisely:</a:t>
            </a:r>
            <a:r>
              <a:rPr sz="1800" b="0">
                <a:solidFill>
                  <a:srgbClr val="1A1A1A"/>
                </a:solidFill>
                <a:latin typeface="Calibri"/>
              </a:rPr>
              <a:t> risk-based pricing, smaller loan sizes or shorter tenures for the ₹20–30k segment.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Build a combined risk model</a:t>
            </a:r>
            <a:r>
              <a:rPr sz="1800" b="0">
                <a:solidFill>
                  <a:srgbClr val="1A1A1A"/>
                </a:solidFill>
                <a:latin typeface="Calibri"/>
              </a:rPr>
              <a:t> (income + credit score + debt burden) to measure what income adds.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Fix the framing:</a:t>
            </a:r>
            <a:r>
              <a:rPr sz="1800" b="0">
                <a:solidFill>
                  <a:srgbClr val="1A1A1A"/>
                </a:solidFill>
                <a:latin typeface="Calibri"/>
              </a:rPr>
              <a:t> 'most defaulters are low-income' ≠ 'most low-income customers default'.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•  </a:t>
            </a:r>
            <a:r>
              <a:rPr sz="1800" b="1">
                <a:solidFill>
                  <a:srgbClr val="1A1A1A"/>
                </a:solidFill>
                <a:latin typeface="Calibri"/>
              </a:rPr>
              <a:t>If a policy change is still wanted, pilot it</a:t>
            </a:r>
            <a:r>
              <a:rPr sz="1800" b="0">
                <a:solidFill>
                  <a:srgbClr val="1A1A1A"/>
                </a:solidFill>
                <a:latin typeface="Calibri"/>
              </a:rPr>
              <a:t> in selected regions with a comparison group.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for the Committee: reject the ₹30k floor; approve the combined risk model and a pricing 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02 · Do higher earners default less?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Approved loans only: no data below ₹20k.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Income overlaps with score and debt burden.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Loss and margin are book-wide Finance assumptions.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One cohort (2024), one economic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Weeks 1–4: combined risk model (income, score, debt burden, employment).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Weeks 2–4: Finance to provide loss and margin by income band.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Weeks 4–6: pricing proposal for the ₹20–30k segment.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Optional: regional pilot of any policy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